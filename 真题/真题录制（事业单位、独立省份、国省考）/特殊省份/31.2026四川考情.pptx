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2"/>
  </p:handoutMasterIdLst>
  <p:sldIdLst>
    <p:sldId id="629" r:id="rId4"/>
    <p:sldId id="1362" r:id="rId6"/>
    <p:sldId id="1363" r:id="rId7"/>
    <p:sldId id="1364" r:id="rId8"/>
    <p:sldId id="1365" r:id="rId9"/>
    <p:sldId id="1366" r:id="rId10"/>
    <p:sldId id="99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5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四川考情分析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四川判断考情分析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75690" y="930275"/>
          <a:ext cx="8225155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110"/>
                <a:gridCol w="1091565"/>
                <a:gridCol w="991870"/>
                <a:gridCol w="894080"/>
                <a:gridCol w="871220"/>
                <a:gridCol w="929005"/>
                <a:gridCol w="975995"/>
                <a:gridCol w="956310"/>
              </a:tblGrid>
              <a:tr h="709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39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10477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41985" y="732155"/>
          <a:ext cx="8497570" cy="354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4"/>
                <a:gridCol w="1299084"/>
                <a:gridCol w="919311"/>
                <a:gridCol w="866594"/>
                <a:gridCol w="1028508"/>
                <a:gridCol w="1027971"/>
                <a:gridCol w="1028509"/>
                <a:gridCol w="1028509"/>
              </a:tblGrid>
              <a:tr h="7010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考点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平面拼合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立体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203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38810" y="1166495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324"/>
                <a:gridCol w="1066324"/>
                <a:gridCol w="1066323"/>
                <a:gridCol w="1066324"/>
                <a:gridCol w="1066324"/>
                <a:gridCol w="1066324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768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19125" y="784860"/>
          <a:ext cx="8437245" cy="3872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430"/>
                <a:gridCol w="1408430"/>
                <a:gridCol w="884555"/>
                <a:gridCol w="1008380"/>
                <a:gridCol w="930910"/>
                <a:gridCol w="930910"/>
                <a:gridCol w="932815"/>
                <a:gridCol w="932815"/>
              </a:tblGrid>
              <a:tr h="10058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对应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724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30885" y="723265"/>
          <a:ext cx="838835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675"/>
                <a:gridCol w="1209675"/>
                <a:gridCol w="896620"/>
                <a:gridCol w="982345"/>
                <a:gridCol w="1096010"/>
                <a:gridCol w="1096010"/>
                <a:gridCol w="1007110"/>
                <a:gridCol w="890905"/>
              </a:tblGrid>
              <a:tr h="10058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下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削弱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组合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880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905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892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TABLE_ENDDRAG_ORIGIN_RECT" val="647*329"/>
  <p:tag name="TABLE_ENDDRAG_RECT" val="111*110*647*329"/>
</p:tagLst>
</file>

<file path=ppt/tags/tag32.xml><?xml version="1.0" encoding="utf-8"?>
<p:tagLst xmlns:p="http://schemas.openxmlformats.org/presentationml/2006/main">
  <p:tag name="TABLE_ENDDRAG_ORIGIN_RECT" val="669*278"/>
  <p:tag name="TABLE_ENDDRAG_RECT" val="105*128*669*278"/>
</p:tagLst>
</file>

<file path=ppt/tags/tag33.xml><?xml version="1.0" encoding="utf-8"?>
<p:tagLst xmlns:p="http://schemas.openxmlformats.org/presentationml/2006/main">
  <p:tag name="TABLE_ENDDRAG_ORIGIN_RECT" val="664*293"/>
  <p:tag name="TABLE_ENDDRAG_RECT" val="35*68*664*293"/>
</p:tagLst>
</file>

<file path=ppt/tags/tag34.xml><?xml version="1.0" encoding="utf-8"?>
<p:tagLst xmlns:p="http://schemas.openxmlformats.org/presentationml/2006/main">
  <p:tag name="TABLE_ENDDRAG_ORIGIN_RECT" val="660*376"/>
  <p:tag name="TABLE_ENDDRAG_RECT" val="57*56*660*376"/>
</p:tagLst>
</file>

<file path=ppt/tags/tag35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WPS 演示</Application>
  <PresentationFormat>宽屏</PresentationFormat>
  <Paragraphs>407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Arial</vt:lpstr>
      <vt:lpstr>楷体</vt:lpstr>
      <vt:lpstr>Office 主题​​</vt:lpstr>
      <vt:lpstr>WPS</vt:lpstr>
      <vt:lpstr>PowerPoint 演示文稿</vt:lpstr>
      <vt:lpstr>山东判断考情分析</vt:lpstr>
      <vt:lpstr>图形推理题型题量分布</vt:lpstr>
      <vt:lpstr>定义判断题型题量分布</vt:lpstr>
      <vt:lpstr>类比推理题型题量分布</vt:lpstr>
      <vt:lpstr>逻辑判断题型题量分布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195</cp:revision>
  <dcterms:created xsi:type="dcterms:W3CDTF">2019-06-19T02:08:00Z</dcterms:created>
  <dcterms:modified xsi:type="dcterms:W3CDTF">2025-11-24T03:32:52Z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2052-12.1.0.24014</vt:lpwstr>
  </property>
  <property fmtid="{D5CDD505-2E9C-101B-9397-08002B2CF9AE}" pid="3" name="ICV">
    <vt:lpwstr>7E0F0589F6D94CFE8A4BC2AEA01394FF_11</vt:lpwstr>
  </property>
</Properties>
</file>