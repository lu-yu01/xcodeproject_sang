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1"/>
  </p:handoutMasterIdLst>
  <p:sldIdLst>
    <p:sldId id="629" r:id="rId4"/>
    <p:sldId id="424" r:id="rId6"/>
    <p:sldId id="1362" r:id="rId7"/>
    <p:sldId id="1366" r:id="rId8"/>
    <p:sldId id="1367" r:id="rId9"/>
    <p:sldId id="1368" r:id="rId10"/>
    <p:sldId id="1363" r:id="rId11"/>
    <p:sldId id="1369" r:id="rId12"/>
    <p:sldId id="1370" r:id="rId13"/>
    <p:sldId id="1364" r:id="rId14"/>
    <p:sldId id="1371" r:id="rId15"/>
    <p:sldId id="1372" r:id="rId16"/>
    <p:sldId id="1365" r:id="rId17"/>
    <p:sldId id="1373" r:id="rId18"/>
    <p:sldId id="1374" r:id="rId19"/>
    <p:sldId id="992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李鹏飞_6bQfzI3a" initials="李" lastIdx="0" clrIdx="7"/>
  <p:cmAuthor id="9" name="小珞_QjMfU7FR" initials="小" lastIdx="0" clrIdx="8"/>
  <p:cmAuthor id="10" name="骆倩怡_Znauj26B" initials="authorId_382814100" lastIdx="0" clrIdx="9"/>
  <p:cmAuthor id="11" name="桑桑" initials="桑" lastIdx="0" clrIdx="10"/>
  <p:cmAuthor id="12" name="caoyue" initials="c" lastIdx="0" clrIdx="11"/>
  <p:cmAuthor id="13" name="18309297108" initials="1" lastIdx="0" clrIdx="12"/>
  <p:cmAuthor id="14" name="xmiles" initials="x" lastIdx="0" clrIdx="13"/>
  <p:cmAuthor id="15" name="Microsoft Office User" initials="MOU" lastIdx="0" clrIdx="14"/>
  <p:cmAuthor id="16" name="ibm" initials="i" lastIdx="0" clrIdx="15"/>
  <p:cmAuthor id="17" name="kobe" initials="k" lastIdx="0" clrIdx="16"/>
  <p:cmAuthor id="18" name="MIAI" initials="M" lastIdx="0" clrIdx="17"/>
  <p:cmAuthor id="19" name="HP" initials="H" lastIdx="0" clrIdx="18"/>
  <p:cmAuthor id="20" name="yangyaqin" initials="y" lastIdx="0" clrIdx="19"/>
  <p:cmAuthor id="21" name="ASUS" initials="A" lastIdx="0" clrIdx="20"/>
  <p:cmAuthor id="22" name="Yongqiang ZHOU" initials="YZ" lastIdx="0" clrIdx="21"/>
  <p:cmAuthor id="23" name="Beck_jUrevum2" initials="authorId_724972424" lastIdx="0" clrIdx="22"/>
  <p:cmAuthor id="24" name="WPS_1679281038" initials="W" lastIdx="0" clrIdx="23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29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67.【答案】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【解析】本题为空间重构题。将题干展开图和选项中的面标上序号，如下图所示：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题干展开图中，面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h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和面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存在公共边，但在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B、C、D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三项中，面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h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和面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均以点相接，并不存在公共边，与题干展开图不一致，只有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69.【答案】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【解析】本题为分组分类题目。观察发现，题干图形均出现连在一起的两个面，考虑图形间关系。图①②⑤中两个面相交于最短边，图③④⑥中两个面相交于最长边。即图①②⑤为一组，图③④⑥为一组。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35.答案：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解析：组成元素不同，优先考虑数量类或属性类。每个图形均有明显的封闭区间，考虑数面。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从左到右，图形中含有的相同形状的面的个数为2、3、4、5、6，问号处应选择含有相同形状的面的个数为7个的图形，只有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38.答案：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解析：①在社区空间嵌入功能性设施；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②向社区居民提供养老托育、社区助餐、健康服务、文化休闲、儿童休憩等。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项：“社区花园中添健身器材”，健身器材是满足居民健康服务需求的功能性设施，且嵌入在社区花园这一社区空间内，符合定义；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项：“退休教师为学生辅导功课”，是人力提供的服务，没有涉及任何嵌入式设施，不符合定义；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项：“招募志愿者为老年人提供居家养老服务”，属于志愿服务行为，依托的是人力而非社区内的功能性设施，不符合定义；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项：“申请社区公交车”，公交车属于公共交通资源，并非嵌入社区空间内的固定功能性设施，且服务范围不限于社区居民的日常便民需求，不符合定义。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社区花园中添健身器材✅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在社区的空间（花园）加装硬件设施（健身器材），供居民休闲健身，属于嵌入式服务设施。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退休教师辅导功课：是人提供志愿服务，**没有设施**，排除。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志愿者居家养老服务：志愿者上门服务，属于人力服务，**无实体设施嵌入社区空间**，排除。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申请社区公交车：公交车属于公共交通，不属于嵌入在社区内部空间的设施，排除。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39.答案：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解析：①主动调整自身行为或信息反馈机制；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②对抗平台实施价格歧视、信息茧房。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项：“网购频繁使用多个账号”，是通过多个账号模糊用户画像，干扰平台算法对用户的价格歧视判断，属于主动调整行为以反向驯化算法，符合定义，排除；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项：“向市场监管局举报”，是寻求外部行政监管介入，并非用户自身主动调整行为或信息反馈来干预算法，不符合定义，当选；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项：“评论质量高”，高质量评论可向算法传递差异化反馈，影响算法对用户需求的判断，属于主动调整信息反馈机制，符合定义，排除；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项：“有意降低停留时间”，是主动调整使用行为，减少平台对用户的行为数据采集，避免被算法精准画像，属于反向驯化算法的范畴，符合定义，排除。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网购频繁使用多个账号：切换账号，对抗平台画像、价格歧视，属于反向驯化。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向市场监管局举报：是向外部监管部门投诉，**不是调整自身行为、信息反馈去对抗平台算法本身**，不属于✅。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评论质量高：通过高质量评论改变平台接收的反馈信息，干预算法，属于。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有意降低停留时间：人为改变自己的浏览行为，欺骗平台算法，打破信息茧房，属于。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44.答案：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解析：“曲辕犁”是古代用于耕地的农具，“压路机”是现代用于道路平整的工程机械，功能上均围绕“对地面/土壤进行作业处理”，二者是功能同属一类的古今不同事物，属于并列关系。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项：“及第”（科举考中）和“落榜”（科举落第）是科举考试的相反结果，二者是反义关系，与题干逻辑关系不一致，排除；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项：“霜降”和“谷雨”均为古代沿用至今的节气，属于并列关系，但不存在古今之分，与题干逻辑关系不一致，排除；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项：“纤绳”是用于牵引船只等的绳索，功能是物理牵引；“光纤”是用于传输光信号的线缆，功能是信号传导，二者功能类别完全不同，与题干逻辑关系不一致，排除；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项：“火炉”是古代用于提升环境温度的器具，“冰箱”是现代用于降低物品温度的电器，二者均属于温度调节工具，功能类别相同，同时一古一今，与题干逻辑关系一致，当选。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曲辕犁：古代耕地农具；压路机：现代修路工程机械。二者都是**工具**，功能不同，并列关系，无时间继承，一个古代，一个现代。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及第：落榜 → 科举考试两种结果，**矛盾关系**，不是工具，排除。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霜降：谷雨 → 二十四节气，并列，都是节气，时间先后，排除。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纤绳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qiàn sh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</a:rPr>
              <a:t>é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ng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：拉船用的绳索；光纤：通信传输光信号。只是汉字都带 “纤”，二者功能完全无关，不是同一大类工具，排除。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火炉：古代取暖加热工具；冰箱：现代制冷家电。同属于工具，功能不同，并列；一古一现代。和题干逻辑一致。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51.答案：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解析：“猛禽”是“鸟类”，二者是种属关系，“金雕”是一种“猛禽”，二者是种属关系。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项：“金融”包含“投资”（领域与行为），但“操盘”是“投资”的具体操作动作，并非“投资的一种”，与题干逻辑关系不一致，排除；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项：“导师”在“学校”工作，二者属于场所对应关系，“职称”是“导师”的等级标识，二者是对应关系，与题干逻辑关系不一致，排除；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项：“海洋”是“水体”，二者是种属关系，“黄海”是“海洋”，二者是种属关系，与题干逻辑关系一致，当选；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项：“落木”本义指秋季凋落的树叶，亦可泛指落叶乔木，取其泛指含义，“落木”是“树木”，二者是种属关系，但顺序与题干相反，排除。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- 猛禽属于鸟类（种属）；金雕属于猛禽（种属）。层级：**大集合∶其中一类∶该类下具体事物**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投资是金融的一种活动；操盘是投资里的操作行为，不是种属，排除。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导师在学校工作，是对应关系；职称是导师的身份评定，非种属，排除。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海洋属于水体（种属）；黄海属于海洋（种属）。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层级：水体（大集合）∶海洋（其中一类）∶黄海（该类下具体事物），和题干逻辑完全一致。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落木是飘落的树叶；树木属于植物，顺序混乱，排除。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56.答案：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解析：1.张且杨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2.张→王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3.¬王 或 ¬刘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4.李→刘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5.¬李→ ¬陈 或 ¬杨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根据条件1可得张和杨都获奖。杨获奖推知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项为真。由张获奖，结合条件2，根据肯前必肯后的推理规则可得王获奖，可推知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项为真。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再结合条件3，根据否定肯定式可得¬刘，再结合条件4根据否后必否前的推理规则可得李不获奖。再结合条件5，可得¬陈或¬杨，再结合杨获奖，根据否定肯定式可得¬陈。与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项“杨→陈”冲突，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项为假。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项与条件4等价，必然为真。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综上，判断为假的是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97.【答案】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【解析】第一步：找出论点和论据。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论点：过量饮水可能导致低钠血症。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论据：无。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本题论点指出过量饮水可能导致低钠血症，只有论点，没有论据，加强考虑补充论据。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第二步：逐一分析选项。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项：选项指出坚持锻炼与饮水量无直接关系，讨论的是“锻炼、饮水量”与“体质”之间的关系，而论点讨论的是“过量饮水”是否会引起“低钠血症”，话题不一致，无法加强，排除；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项：选项指出大量饮水会增加肾脏负担，引发水中毒，解释了“过量饮水”是如何导致“水中毒”的（这里有个小常识，水中毒又称稀释性低钠血症），解释原因，可以加强，保留；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项：选项指出低钠血症发生率较低，是因为人们不会一次性摄入大量水分，即从反面说明了大量饮水容易引起低钠血症，补充论据，可以加强，保留；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项：选项指出急性肾功能衰竭不是低钠血症的直接表现症状之一，讨论的是“急性肾功能衰竭”和“低钠血症”的关系，而论点讨论的是“过量饮水”和“低钠血症”的关系，话题不一致，无法加强，排除。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对比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B、C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两项，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项直接正面解释了“大量饮水”造成“低钠血症”的原因，而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项是通过补充反面论据说明“低钠血症发生率低”和“大量饮水人少”有联系，不如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项正面直接，根据力度比较原则，直接＞间接，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项力度更强。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注：有的同学可能觉得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的水中毒与论点中的低钠血症话题不一致，是因为本题涉及到了常识性问题，水中毒又称稀释性低钠血症。选项是将论点中的词语进行了同义替换，与论点讨论的话题是一致的。就像如果论点讨论的是母亲，而选项讨论的是妈妈，两词是同义替换，故二者讨论话题是一致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基础常规，难度适中：该模块整体考点较为基础，大多是常规考法，</a:t>
            </a:r>
            <a:r>
              <a:rPr lang="en-US" altLang="zh-CN"/>
              <a:t>2025 </a:t>
            </a:r>
            <a:r>
              <a:rPr lang="zh-CN" altLang="en-US"/>
              <a:t>年难度相较于</a:t>
            </a:r>
            <a:r>
              <a:rPr lang="en-US" altLang="zh-CN"/>
              <a:t> 2024 </a:t>
            </a:r>
            <a:r>
              <a:rPr lang="zh-CN" altLang="en-US"/>
              <a:t>年还有所下降。除图形推理的八面体外，无过多偏题怪题，多数题目通过掌握核心知识点和常规解题方法就能顺利作答。</a:t>
            </a:r>
            <a:endParaRPr lang="zh-CN" altLang="en-US"/>
          </a:p>
          <a:p>
            <a:r>
              <a:rPr lang="zh-CN" altLang="en-US"/>
              <a:t>本土特色凸显：命题越来越注重融入山东本地元素，不仅类比推理出现山东方言，图形推理也曾采用鲁绣、剪纸等山东特色文化素材，这要求考生在备考时适当关注本土文化相关内容。</a:t>
            </a:r>
            <a:endParaRPr lang="zh-CN" altLang="en-US"/>
          </a:p>
          <a:p>
            <a:r>
              <a:rPr lang="zh-CN" altLang="en-US"/>
              <a:t>考点无明显遗漏：四个子题型的考点覆盖全面，比如图形推理涵盖位置、样式、数量等主流考点，类比推理包含外延、内涵等各类逻辑关系，逻辑判断也涉及翻译、真假、论证等常见题型，能全面考查考生的判断推理综合能力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山东考情分析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山东判断考情分析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38200" y="947420"/>
          <a:ext cx="10287000" cy="442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571"/>
                <a:gridCol w="1469572"/>
                <a:gridCol w="1469571"/>
                <a:gridCol w="1469572"/>
                <a:gridCol w="1469571"/>
                <a:gridCol w="1469572"/>
                <a:gridCol w="1469571"/>
              </a:tblGrid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题型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2026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2025</a:t>
                      </a:r>
                      <a:r>
                        <a:rPr lang="zh-CN" altLang="en-US" sz="2400">
                          <a:sym typeface="+mn-ea"/>
                        </a:rPr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2024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2023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2022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2021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类比推理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图形推理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逻辑判断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7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定义判断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6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737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总计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26</a:t>
                      </a:r>
                      <a:r>
                        <a:rPr lang="zh-CN" altLang="en-US" sz="2400"/>
                        <a:t>（不全）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40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40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30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5835" y="4168775"/>
            <a:ext cx="10387965" cy="224536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与国省考的知识点基本一致，只在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25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年考了一个特殊重构：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面体。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基础阶段：系统掌握各类规律的图形特征，建立 “特征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考点” 的快速对应思维；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强化阶段：重点练习数量规律、立体图形的复杂题型，总结复合考点的解题技巧；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冲刺阶段：限时刷题（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 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 8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分钟），提升图形敏感度和解题速度。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38200" y="708025"/>
          <a:ext cx="10287000" cy="3524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390"/>
                <a:gridCol w="1470025"/>
                <a:gridCol w="1469390"/>
                <a:gridCol w="1469390"/>
                <a:gridCol w="1469390"/>
                <a:gridCol w="1470025"/>
                <a:gridCol w="1469390"/>
              </a:tblGrid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题型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2026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2025</a:t>
                      </a:r>
                      <a:r>
                        <a:rPr lang="zh-CN" altLang="en-US" sz="2400">
                          <a:sym typeface="+mn-ea"/>
                        </a:rPr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2024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2023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2022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2021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位置类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样式类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4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数量类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0.5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重构类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总计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r>
                        <a:rPr lang="zh-CN" altLang="en-US" sz="2400"/>
                        <a:t>（不全）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8</a:t>
                      </a:r>
                      <a:r>
                        <a:rPr lang="zh-CN" altLang="en-US" sz="2400"/>
                        <a:t>（不全）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5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17532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1.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下图为给定的多面体的外表面展开图，四个选项中哪一个可以由展开图折叠而成？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30" name="图片 9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95" y="1320165"/>
            <a:ext cx="7943215" cy="46081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6311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2.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把下面的六个图形分为两类，使每一类图形都有各自的共同特征或规律，分类正确的一项是：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A.①④⑥，②③⑤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B.①③⑤，②④⑥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C.①②⑤，③④⑥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D.①②⑥，③④⑤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34" name="图片 13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70" y="1313815"/>
            <a:ext cx="5487670" cy="43795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3.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从所给的四个选项中，选择最合适的一个填入问号处，使之呈现一定的规律性：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5" name="图片 4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10" y="1695450"/>
            <a:ext cx="9036050" cy="4132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203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278890" y="101981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56"/>
                <a:gridCol w="1218655"/>
                <a:gridCol w="1218656"/>
                <a:gridCol w="1218656"/>
                <a:gridCol w="1218656"/>
                <a:gridCol w="1218655"/>
                <a:gridCol w="1218656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54050" y="2858135"/>
            <a:ext cx="10883265" cy="2522855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2026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年定义判断的阅读量明显减少，相对会更加舒适；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核心能力：快速定位定义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主体、客体、条件、结果、方式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等关键要点，排除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偷换概念、扩大范围、无中生有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的干扰选项；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备考建议：无需积累专业知识，重点训练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关键词提取能力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选项对比思维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，对于长定义可采用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拆分要点、逐一匹配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的解题方法，限时刷题（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/ 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分钟）提升效率。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39693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4.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社区嵌入式服务设施，指在社区空间嵌入功能性设施，向社区居民提供养老托育、社区助餐、健康服务、文化休闲、儿童休憩等。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下列属于社区嵌入式服务设施的是：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社区花园中添健身器材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退休教师为学生辅导功课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招募志愿者为老年人提供居家养老服务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申请社区公交车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39693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5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.反向驯化算法，指主动调整自身行为或信息反馈机制，对抗平台实施价格歧视、信息茧房。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下列不属于反向驯化算法的是：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网购频繁使用多个账号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向市场监管局举报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评论质量高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有意降低停留时间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3400" y="4112260"/>
            <a:ext cx="11124565" cy="233807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山东的类比推理考察的均为常规知识点，偶尔会融入山东本土内容，例如山东方言</a:t>
            </a:r>
            <a:endParaRPr lang="zh-CN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38200" y="708025"/>
          <a:ext cx="10287000" cy="328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390"/>
                <a:gridCol w="1470025"/>
                <a:gridCol w="1469390"/>
                <a:gridCol w="1469390"/>
                <a:gridCol w="1469390"/>
                <a:gridCol w="1470025"/>
                <a:gridCol w="1469390"/>
              </a:tblGrid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题型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2026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2025</a:t>
                      </a:r>
                      <a:r>
                        <a:rPr lang="zh-CN" altLang="en-US" sz="2400">
                          <a:sym typeface="+mn-ea"/>
                        </a:rPr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2024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2023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12022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2021</a:t>
                      </a:r>
                      <a:r>
                        <a:rPr lang="zh-CN" altLang="en-US" sz="2400"/>
                        <a:t>年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包容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1.5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并列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交叉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映射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6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4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7.5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1.5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4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语义语法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3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0.5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469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总计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10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6.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曲辕犁：压路机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及第：落榜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霜降：谷雨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纤绳：光纤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火炉：冰箱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7.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鸟类∶猛禽∶金雕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金融∶投资∶操盘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学校∶导师∶职称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水体∶海洋∶黄海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落木∶植物∶树木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69950" y="831215"/>
          <a:ext cx="10834370" cy="4093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767"/>
                <a:gridCol w="1547767"/>
                <a:gridCol w="1547767"/>
                <a:gridCol w="1547768"/>
                <a:gridCol w="1547767"/>
                <a:gridCol w="1547767"/>
                <a:gridCol w="1547767"/>
              </a:tblGrid>
              <a:tr h="4413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论证类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5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5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7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7</a:t>
                      </a:r>
                      <a:endParaRPr lang="en-US" altLang="zh-CN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分析推理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翻译推理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真假推理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平行结构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归纳推理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总计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7</a:t>
                      </a:r>
                      <a:r>
                        <a:rPr lang="zh-CN" altLang="en-US" b="1"/>
                        <a:t>（不全）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5</a:t>
                      </a:r>
                      <a:r>
                        <a:rPr lang="zh-CN" altLang="en-US" b="1"/>
                        <a:t>（不全）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10</a:t>
                      </a:r>
                      <a:endParaRPr lang="en-US" altLang="zh-CN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3400" y="4468495"/>
            <a:ext cx="11441430" cy="233807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核心突破：重点攻克加强、削弱论证题，总结常见论证模型（如因果论证、类比论证）的解题技巧；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公式熟记：翻译推理、真假推理的基础公式需烂熟于心，确保快速准确翻译和推理；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逻辑训练：分析推理题多练习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列表法、假设法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，提升信息整合能力；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限时刷题：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/ 12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分钟，注重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准确率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+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速度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兼顾，避免在难题上过度耗时。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6775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8.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某演讲比赛中，五名评委对比赛结果分别发表了自己的意见：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1.小张和小杨都获奖；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2.如果小张获奖，那么小王也获奖；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3.小王和小刘不能都获奖；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4.只有小刘获奖，小李才能获奖；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5.如果小李不获奖，那么小陈和小杨不能都获奖。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最终五位评委的意见都被采纳，由此下列判断为假的是：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小刘或者小杨获奖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小李或者小王获奖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只有小陈获奖，小杨才能获奖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如果小刘没有获奖，则小李没有获奖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36230" y="1110615"/>
            <a:ext cx="374967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sym typeface="+mn-ea"/>
              </a:rPr>
              <a:t>1.张且杨</a:t>
            </a:r>
            <a:endParaRPr lang="zh-CN" altLang="en-US" sz="2000" kern="1200" dirty="0">
              <a:solidFill>
                <a:srgbClr val="FF0000"/>
              </a:solidFill>
              <a:effectLst/>
              <a:latin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sym typeface="+mn-ea"/>
              </a:rPr>
              <a:t>2.张→王</a:t>
            </a:r>
            <a:endParaRPr lang="zh-CN" altLang="en-US" sz="2000" kern="1200" dirty="0">
              <a:solidFill>
                <a:srgbClr val="FF0000"/>
              </a:solidFill>
              <a:effectLst/>
              <a:latin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sym typeface="+mn-ea"/>
              </a:rPr>
              <a:t>3.¬王 或 ¬刘</a:t>
            </a:r>
            <a:endParaRPr lang="zh-CN" altLang="en-US" sz="2000" kern="1200" dirty="0">
              <a:solidFill>
                <a:srgbClr val="FF0000"/>
              </a:solidFill>
              <a:effectLst/>
              <a:latin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sym typeface="+mn-ea"/>
              </a:rPr>
              <a:t>4.李→刘</a:t>
            </a:r>
            <a:endParaRPr lang="zh-CN" altLang="en-US" sz="2000" kern="1200" dirty="0">
              <a:solidFill>
                <a:srgbClr val="FF0000"/>
              </a:solidFill>
              <a:effectLst/>
              <a:latin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sym typeface="+mn-ea"/>
              </a:rPr>
              <a:t>5.¬李→ ¬陈 或 ¬杨</a:t>
            </a:r>
            <a:endParaRPr lang="zh-CN" altLang="en-US" sz="2000" dirty="0">
              <a:solidFill>
                <a:srgbClr val="FF0000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415417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9.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当下人们普遍认为饮水是保持身体健康的重要方式。然而一些研究表明，过量饮水可能导致低钠血症。低钠血症是指血液中的钠离子含量过低，可能引发头痛，呕吐抽搐，甚至昏迷等症状。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以下哪项如果为真，最能支持题干观点？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坚持锻炼有助于增强体质和免疫力，与饮水量无直接关系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过量饮水会增加肾脏负担，导致排尿能力下降，从而引发水中毒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低钠血症的发生率较低，是因为大多数人不会一次性摄入大量水分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2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急性肾功能衰竭不是低钠血症的直接表现症状之一</a:t>
            </a:r>
            <a:endParaRPr lang="zh-CN" altLang="en-US" sz="22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TABLE_ENDDRAG_ORIGIN_RECT" val="809*290"/>
  <p:tag name="TABLE_ENDDRAG_RECT" val="84*74*809*290"/>
</p:tagLst>
</file>

<file path=ppt/tags/tag18.xml><?xml version="1.0" encoding="utf-8"?>
<p:tagLst xmlns:p="http://schemas.openxmlformats.org/presentationml/2006/main">
  <p:tag name="TABLE_ENDDRAG_ORIGIN_RECT" val="810*277"/>
  <p:tag name="TABLE_ENDDRAG_RECT" val="66*74*810*277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ABLE_ENDDRAG_ORIGIN_RECT" val="810*258"/>
  <p:tag name="TABLE_ENDDRAG_RECT" val="66*55*810*258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WPS 演示</Application>
  <PresentationFormat>宽屏</PresentationFormat>
  <Paragraphs>471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 Light</vt:lpstr>
      <vt:lpstr>Wingdings</vt:lpstr>
      <vt:lpstr>Arial</vt:lpstr>
      <vt:lpstr>楷体</vt:lpstr>
      <vt:lpstr>Arial Unicode MS</vt:lpstr>
      <vt:lpstr>Office 主题​​</vt:lpstr>
      <vt:lpstr>WPS</vt:lpstr>
      <vt:lpstr>PowerPoint 演示文稿</vt:lpstr>
      <vt:lpstr>山东判断考情分析</vt:lpstr>
      <vt:lpstr>图形推理题型题量分布</vt:lpstr>
      <vt:lpstr>PowerPoint 演示文稿</vt:lpstr>
      <vt:lpstr>PowerPoint 演示文稿</vt:lpstr>
      <vt:lpstr>PowerPoint 演示文稿</vt:lpstr>
      <vt:lpstr>定义判断题型题量分布</vt:lpstr>
      <vt:lpstr>PowerPoint 演示文稿</vt:lpstr>
      <vt:lpstr>PowerPoint 演示文稿</vt:lpstr>
      <vt:lpstr>类比推理题型题量分布</vt:lpstr>
      <vt:lpstr>PowerPoint 演示文稿</vt:lpstr>
      <vt:lpstr>PowerPoint 演示文稿</vt:lpstr>
      <vt:lpstr>逻辑判断题型题量分布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202</cp:revision>
  <dcterms:created xsi:type="dcterms:W3CDTF">2019-06-19T02:08:00Z</dcterms:created>
  <dcterms:modified xsi:type="dcterms:W3CDTF">2026-08-25T12:50:14Z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3651D9A3E43849B4895637CADC2B9B37_12</vt:lpwstr>
  </property>
</Properties>
</file>