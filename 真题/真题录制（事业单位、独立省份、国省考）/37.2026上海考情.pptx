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9"/>
  </p:handoutMasterIdLst>
  <p:sldIdLst>
    <p:sldId id="629" r:id="rId4"/>
    <p:sldId id="424" r:id="rId6"/>
    <p:sldId id="1361" r:id="rId7"/>
    <p:sldId id="992" r:id="rId8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2"/>
        <p:guide pos="379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31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本题属于位置类，主要考查线形关系。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第一组的图形间关系为：圆和折线分别相离、相切、相交。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第二组前两幅图的图形间关系也符合该规律，故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？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处图形的圆和折线应相交，只有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项符合。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本题属于位置类，主要考查线形关系。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第一组的图形间关系为：圆和折线分别相离、相切、相交。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第二组前两幅图的图形间关系也符合该规律，故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？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处图形的圆和折线应相交，只有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项符合。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7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8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3" name="图片 12" descr="徽标&#10;&#10;AI 生成的内容可能不正确。"/>
          <p:cNvPicPr>
            <a:picLocks noChangeAspect="1"/>
          </p:cNvPicPr>
          <p:nvPr userDrawn="1"/>
        </p:nvPicPr>
        <p:blipFill>
          <a:blip r:embed="rId10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385632" y="6176859"/>
            <a:ext cx="351972" cy="358983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DEE0B-E009-AE44-A6AE-F10FE1D58390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0D480-A6AF-3D48-9E05-C49B5442FA82}" type="slidenum">
              <a:rPr kumimoji="1" lang="zh-CN" altLang="en-US" smtClean="0"/>
            </a:fld>
            <a:endParaRPr kumimoji="1"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9302262" y="0"/>
            <a:ext cx="2889738" cy="17672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微软雅黑" panose="020B0503020204020204" charset="-122"/>
              </a:rPr>
              <a:t>老师直播区</a:t>
            </a:r>
            <a:endParaRPr kumimoji="1" lang="zh-CN" altLang="en-US" dirty="0">
              <a:solidFill>
                <a:schemeClr val="tx1">
                  <a:lumMod val="85000"/>
                  <a:lumOff val="15000"/>
                </a:schemeClr>
              </a:solidFill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pic>
        <p:nvPicPr>
          <p:cNvPr id="12" name="图片 11" descr="徽标&#10;&#10;AI 生成的内容可能不正确。"/>
          <p:cNvPicPr>
            <a:picLocks noChangeAspect="1"/>
          </p:cNvPicPr>
          <p:nvPr userDrawn="1"/>
        </p:nvPicPr>
        <p:blipFill>
          <a:blip r:embed="rId2"/>
          <a:srcRect t="9991" b="18252"/>
          <a:stretch>
            <a:fillRect/>
          </a:stretch>
        </p:blipFill>
        <p:spPr>
          <a:xfrm>
            <a:off x="10610080" y="6382356"/>
            <a:ext cx="1408500" cy="44975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桑桑老师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0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9" Type="http://schemas.openxmlformats.org/officeDocument/2006/relationships/tags" Target="../tags/tag30.xml"/><Relationship Id="rId28" Type="http://schemas.openxmlformats.org/officeDocument/2006/relationships/tags" Target="../tags/tag29.xml"/><Relationship Id="rId27" Type="http://schemas.openxmlformats.org/officeDocument/2006/relationships/tags" Target="../tags/tag28.xml"/><Relationship Id="rId26" Type="http://schemas.openxmlformats.org/officeDocument/2006/relationships/tags" Target="../tags/tag27.xml"/><Relationship Id="rId25" Type="http://schemas.openxmlformats.org/officeDocument/2006/relationships/tags" Target="../tags/tag26.xml"/><Relationship Id="rId24" Type="http://schemas.openxmlformats.org/officeDocument/2006/relationships/tags" Target="../tags/tag25.xml"/><Relationship Id="rId23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事业单位联考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b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主讲老师：桑桑老师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altLang="en-US" sz="2800" b="1" dirty="0">
                <a:solidFill>
                  <a:srgbClr val="FF653F"/>
                </a:solidFill>
              </a:rPr>
              <a:t>例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1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</a:rPr>
              <a:t> (2023)</a:t>
            </a:r>
            <a:r>
              <a:rPr lang="zh-CN" altLang="en-US" sz="2000" dirty="0">
                <a:cs typeface="微软雅黑" panose="020B0503020204020204" charset="-122"/>
              </a:rPr>
              <a:t>从所给的四个选项中，选择最合适的一个填入问号处，使之呈现一定的规律性：</a:t>
            </a:r>
            <a:endParaRPr lang="zh-CN" altLang="en-US" sz="2000" dirty="0"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en-US" sz="2000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0"/>
            <a:ext cx="10515600" cy="708025"/>
          </a:xfrm>
        </p:spPr>
        <p:txBody>
          <a:bodyPr/>
          <a:lstStyle/>
          <a:p>
            <a:pPr algn="l">
              <a:buClrTx/>
              <a:buSzTx/>
              <a:buFontTx/>
            </a:pPr>
            <a:r>
              <a:rPr kumimoji="1" lang="zh-CN" altLang="en-US" sz="2800" b="1" dirty="0">
                <a:solidFill>
                  <a:srgbClr val="FF653F"/>
                </a:solidFill>
              </a:rPr>
              <a:t>例</a:t>
            </a:r>
            <a:r>
              <a:rPr kumimoji="1" lang="en-US" altLang="zh-CN" sz="2800" b="1" dirty="0">
                <a:solidFill>
                  <a:srgbClr val="FF653F"/>
                </a:solidFill>
              </a:rPr>
              <a:t>1</a:t>
            </a:r>
            <a:endParaRPr kumimoji="1" lang="en-US" altLang="zh-CN" sz="2800" b="1" dirty="0">
              <a:solidFill>
                <a:srgbClr val="FF653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701675"/>
            <a:ext cx="8601710" cy="5526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dirty="0">
                <a:cs typeface="微软雅黑" panose="020B0503020204020204" charset="-122"/>
              </a:rPr>
              <a:t> (2023)</a:t>
            </a:r>
            <a:r>
              <a:rPr lang="zh-CN" altLang="en-US" sz="2000" dirty="0">
                <a:cs typeface="微软雅黑" panose="020B0503020204020204" charset="-122"/>
              </a:rPr>
              <a:t>从所给的四个选项中，选择最合适的一个填入问号处，使之呈现一定的规律性：</a:t>
            </a:r>
            <a:endParaRPr lang="zh-CN" altLang="en-US" sz="2000" dirty="0"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en-US" sz="2000" dirty="0"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pic>
        <p:nvPicPr>
          <p:cNvPr id="8" name="图片 7" descr="徽标&#10;&#10;AI 生成的内容可能不正确。"/>
          <p:cNvPicPr>
            <a:picLocks noChangeAspect="1"/>
          </p:cNvPicPr>
          <p:nvPr/>
        </p:nvPicPr>
        <p:blipFill>
          <a:blip r:embed="rId2"/>
          <a:srcRect t="9991" b="18252"/>
          <a:stretch>
            <a:fillRect/>
          </a:stretch>
        </p:blipFill>
        <p:spPr>
          <a:xfrm>
            <a:off x="4437879" y="883627"/>
            <a:ext cx="2976453" cy="95043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1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WPS 演示</Application>
  <PresentationFormat>宽屏</PresentationFormat>
  <Paragraphs>16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微软雅黑 Light</vt:lpstr>
      <vt:lpstr>Wingdings</vt:lpstr>
      <vt:lpstr>Arial Unicode MS</vt:lpstr>
      <vt:lpstr>Office 主题​​</vt:lpstr>
      <vt:lpstr>WPS</vt:lpstr>
      <vt:lpstr>PowerPoint 演示文稿</vt:lpstr>
      <vt:lpstr>例1</vt:lpstr>
      <vt:lpstr>例1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194</cp:revision>
  <dcterms:created xsi:type="dcterms:W3CDTF">2019-06-19T02:08:00Z</dcterms:created>
  <dcterms:modified xsi:type="dcterms:W3CDTF">2025-07-22T05:21:53Z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2052-11.1.0.12165</vt:lpwstr>
  </property>
  <property fmtid="{D5CDD505-2E9C-101B-9397-08002B2CF9AE}" pid="3" name="ICV">
    <vt:lpwstr>7E0F0589F6D94CFE8A4BC2AEA01394FF_11</vt:lpwstr>
  </property>
</Properties>
</file>