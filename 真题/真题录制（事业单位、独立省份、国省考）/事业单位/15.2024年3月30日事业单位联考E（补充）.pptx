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8"/>
  </p:handoutMasterIdLst>
  <p:sldIdLst>
    <p:sldId id="629" r:id="rId4"/>
    <p:sldId id="424" r:id="rId6"/>
    <p:sldId id="992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2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3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【解析】论点：西兰花芽提取物能帮助大脑恢复化学物质平衡，改善精神分裂症症状。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论据：研究人员选取了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位精神分裂症患者，将其分为实验组和对照组两组。参试者平均年龄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岁，其中男性占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58%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。实验组每天服用两粒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微摩尔的西兰花芽提取物，持续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天。结果表明，实验组患者的大脑中谷胱甘肽水平平均增加了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30%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项：选项说明实验组男性与女性患者的谷胱甘肽水平增幅相同，男女增幅是否相同并不会影响到西兰花芽提取物发挥的作用，和论点话题不一致，为无关项，无法加强，当选；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项：选项说明谷胱甘肽对脑细胞间信息传递起到重要作用，与精神疾病有密切联系，说明谷胱甘肽水平越高，越能改善神分裂症症状，属于搭桥项，可以加强，排除；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项：选项说明除西兰花芽提取物外，实验组患者每日摄入的物质与实验前并无不同，控制实验变量，说明该实验结果可靠，属于补充论据，可以加强，排除；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项：选项说明精神分裂症患者与健康人相比，大脑中的谷胱甘肽水平较低，那么西兰花芽提取物可以增加大脑中的谷胱甘肽水平，则证明西兰花芽提取物改善精神分裂症症状，属于补充论据，可以加强，排除。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本题为选非题，因此本题选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（补充）</a:t>
            </a:r>
            <a:b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82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一项研究表明，西兰花芽提取物有助于治疗精神分裂症。研究人员选取了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100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位精神分裂症患者，将其分为实验组和对照组两组。参试者平均年龄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22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岁，其中男性占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58%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。参试患者每天服用两粒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100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微摩尔的西兰花芽提取物，持续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7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天。结果表明，他们大脑中谷胱甘肽水平平均增加了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。研究人员认为西兰花芽提取物能帮助大脑恢复化学物质平衡，改善精神分裂症症状。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下列选项不能作为上述结论前提的是（）。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研究发现，实验组男性和女性患者的大脑中谷胱甘肽水平的增幅相同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谷胱甘肽对脑细胞间信息传递起到重要作用，与精神疾病有密切联系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除西兰花芽提取物外，实验组患者每日摄入的物质与实验前并无不同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精神分裂症患者与健康人相比，大脑中的谷胱甘肽水平较低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3885" y="3529965"/>
            <a:ext cx="1121156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论点：西兰花芽提取物能帮助大脑恢复化学物质平衡，改善精神分裂症症状。</a:t>
            </a:r>
            <a:endParaRPr lang="zh-CN" altLang="en-US" sz="20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论据：对比实验，服用西兰花芽提取物持续</a:t>
            </a:r>
            <a:r>
              <a:rPr lang="en-US" altLang="zh-CN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7</a:t>
            </a:r>
            <a:r>
              <a:rPr lang="zh-CN" altLang="en-US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天，大脑中谷胱甘肽水平平均增加了</a:t>
            </a:r>
            <a:r>
              <a:rPr lang="en-US" altLang="zh-CN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30%</a:t>
            </a:r>
            <a:r>
              <a:rPr lang="zh-CN" altLang="en-US" sz="20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。</a:t>
            </a:r>
            <a:endParaRPr lang="zh-CN" altLang="en-US" sz="20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演示</Application>
  <PresentationFormat>宽屏</PresentationFormat>
  <Paragraphs>21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楷体</vt:lpstr>
      <vt:lpstr>Office 主题​​</vt:lpstr>
      <vt:lpstr>WPS</vt:lpstr>
      <vt:lpstr>PowerPoint 演示文稿</vt:lpstr>
      <vt:lpstr>题82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196</cp:revision>
  <dcterms:created xsi:type="dcterms:W3CDTF">2019-06-19T02:08:00Z</dcterms:created>
  <dcterms:modified xsi:type="dcterms:W3CDTF">2025-08-12T07:27:33Z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7E0F0589F6D94CFE8A4BC2AEA01394FF_11</vt:lpwstr>
  </property>
</Properties>
</file>