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9"/>
  </p:handoutMasterIdLst>
  <p:sldIdLst>
    <p:sldId id="629" r:id="rId4"/>
    <p:sldId id="424" r:id="rId6"/>
    <p:sldId id="1362" r:id="rId7"/>
    <p:sldId id="992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3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【解析】论点：失眠会使人患偏头痛的概率增加。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论据：经常失眠的人比不经常失眠的人患偏头痛的更多。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论点论据都在讨论失眠和偏头痛的关系，论点论据话题一致，削弱优先考虑否定论点。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项：该项说明失眠的原因是长时间熬夜看手机，论点讨论的失眠是否会使人患偏头痛的概率增加，强调失眠带来的结果，话题不一致，为无关项，无法削弱，排除；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项：该项举例说明许多经常失眠的人没有偏头痛，即失眠可能不会使人患偏头痛的概率增加，可以削弱，保留；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项：该项说明有些偏头痛患者平日情绪不稳定，与论点讨论的失眠是否会使人患偏头痛的概率增加话题不一致，为无关项，无法削弱，排除；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项：该项说明失眠和偏头痛都仅由压力大引起，说明偏头痛是由压力大引起的，与失眠没有关系，否定论点，可以削弱，保留；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对比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项从整体的角度否定论点，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项是举例削弱，整体削弱的力度大于举例削弱，故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项的削弱力度更强。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87.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【解析】论点：失眠会使人患偏头痛的概率增加。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论据：经常失眠的人比不经常失眠的人患偏头痛的更多。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项：该项说明一些先天的遗传性因素可能导致患偏头痛，与失眠是否会使人患偏头痛的概率增加无关，不能削弱，排除；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项：该项说明不失眠的人也可能患偏头痛，与失眠是否会使人患偏头痛的概率增加无关，不能削弱，排除；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项：该项说明偏头痛会导致失眠，为因果倒置，直接否定了论点中的因果关系，可以削弱，当选；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项：该项说明经常失眠的人群中偏头痛患者占比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，但无法确定失眠与偏头痛之间的因果关系，故无法确定失眠是否会使人患偏头痛的概率增加，不能削弱，排除。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86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87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偏头痛在生活中给患者造成了不少的烦恼。一项最新的统计发现，经常失眠的人比不经常失眠的人患偏头痛的更多。据此，研究者得出结论，失眠会使人患偏头痛的概率增加。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86.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以下哪项如果为真，最能质疑上述结论？（）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长时间熬夜看手机易导致失眠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许多经常失眠的人没有偏头痛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有些偏头痛患者平日情绪不稳定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失眠和偏头痛都仅由压力大引起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75685" y="2509520"/>
            <a:ext cx="849249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论据：经常失眠的人比不经常失眠的人患偏头痛的更多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论点：失眠会使人患偏头痛的概率增加。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87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86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87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偏头痛在生活中给患者造成了不少的烦恼。一项最新的统计发现，经常失眠的人比不经常失眠的人患偏头痛的更多。据此，研究者得出结论，失眠会使人患偏头痛的概率增加。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87.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以下哪项如果为真，最能质疑上述论证？（）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一些先天的遗传性因素也可能导致患偏头痛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在不失眠的人群中，也有很多人患了偏头痛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偏头痛发作时常伴有神经功能障碍、导致失眠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在经常失眠的人群中，偏头痛患者占比为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50%</a:t>
            </a:r>
            <a:endParaRPr lang="en-US" altLang="zh-CN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75685" y="2509520"/>
            <a:ext cx="849249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论据：经常失眠的人比不经常失眠的人患偏头痛的更多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论点：失眠会使人患偏头痛的概率增加。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WPS 演示</Application>
  <PresentationFormat>宽屏</PresentationFormat>
  <Paragraphs>36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楷体</vt:lpstr>
      <vt:lpstr>Office 主题​​</vt:lpstr>
      <vt:lpstr>WPS</vt:lpstr>
      <vt:lpstr>PowerPoint 演示文稿</vt:lpstr>
      <vt:lpstr>题86</vt:lpstr>
      <vt:lpstr>题87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2025-08-05T05:59:54Z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