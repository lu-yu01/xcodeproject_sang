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1620" r:id="rId3"/>
    <p:sldId id="1621" r:id="rId5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379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ei" initials="2" lastIdx="9" clrIdx="0"/>
  <p:cmAuthor id="1" name="作者" initials="作" lastIdx="3" clrIdx="2"/>
  <p:cmAuthor id="2" name="许远超" initials="许" lastIdx="8" clrIdx="3"/>
  <p:cmAuthor id="3" name="Administrator" initials="A" lastIdx="1" clrIdx="2"/>
  <p:cmAuthor id="4" name="kingsoft" initials="k" lastIdx="1" clrIdx="0"/>
  <p:cmAuthor id="5" name="刘 译璟" initials="刘" lastIdx="32" clrIdx="0"/>
  <p:cmAuthor id="6" name="番茄花园" initials="番" lastIdx="1" clrIdx="0"/>
  <p:cmAuthor id="7" name="李鹏飞_6bQfzI3a" initials="李" lastIdx="0" clrIdx="0"/>
  <p:cmAuthor id="8" name="小珞_QjMfU7FR" initials="小" lastIdx="0" clrIdx="0"/>
  <p:cmAuthor id="9" name="骆倩怡_Znauj26B" initials="authorId_382814100" lastIdx="0" clrIdx="0"/>
  <p:cmAuthor id="249246244" name="桑桑" initials="桑" lastIdx="1" clrIdx="0"/>
  <p:cmAuthor id="10" name="caoyue" initials="c" lastIdx="1" clrIdx="9"/>
  <p:cmAuthor id="12" name="18309297108" initials="1" lastIdx="1" clrIdx="11"/>
  <p:cmAuthor id="13" name="xmiles" initials="x" lastIdx="1" clrIdx="12"/>
  <p:cmAuthor id="2001" name="Microsoft Office User" initials="MOU" lastIdx="1" clrIdx="2"/>
  <p:cmAuthor id="11" name="ibm" initials="i" lastIdx="5" clrIdx="10"/>
  <p:cmAuthor id="14" name="kobe" initials="k" lastIdx="1" clrIdx="13"/>
  <p:cmAuthor id="15" name="MIAI" initials="M" lastIdx="1" clrIdx="14"/>
  <p:cmAuthor id="16" name="HP" initials="H" lastIdx="1" clrIdx="15"/>
  <p:cmAuthor id="17" name="yangyaqin" initials="y" lastIdx="1" clrIdx="16"/>
  <p:cmAuthor id="18" name="ASUS" initials="A" lastIdx="1" clrIdx="1"/>
  <p:cmAuthor id="76" name="Yongqiang ZHOU" initials="YZ" lastIdx="1" clrIdx="25"/>
  <p:cmAuthor id="2000" name="Beck_jUrevum2" initials="authorId_724972424" lastIdx="0" clrIdx="0"/>
  <p:cmAuthor id="1483810881" name="WPS_1679281038" initials="W" lastIdx="1" clrIdx="2"/>
  <p:cmAuthor id="25" name="小蕊" initials="小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368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82"/>
        <p:guide pos="379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5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fld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fld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楷体" panose="02010609060101010101" charset="-122"/>
            </a:endParaRPr>
          </a:p>
        </p:txBody>
      </p:sp>
      <p:pic>
        <p:nvPicPr>
          <p:cNvPr id="5" name="图片 4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楷体" panose="02010609060101010101" charset="-122"/>
            </a:endParaRPr>
          </a:p>
        </p:txBody>
      </p:sp>
      <p:pic>
        <p:nvPicPr>
          <p:cNvPr id="8" name="图片 7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楷体" panose="02010609060101010101" charset="-122"/>
            </a:endParaRPr>
          </a:p>
        </p:txBody>
      </p:sp>
      <p:pic>
        <p:nvPicPr>
          <p:cNvPr id="7" name="图片 6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楷体" panose="02010609060101010101" charset="-122"/>
            </a:endParaRPr>
          </a:p>
        </p:txBody>
      </p:sp>
      <p:pic>
        <p:nvPicPr>
          <p:cNvPr id="7" name="图片 6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tags" Target="../tags/tag3.xml"/><Relationship Id="rId7" Type="http://schemas.openxmlformats.org/officeDocument/2006/relationships/tags" Target="../tags/tag2.xml"/><Relationship Id="rId6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  <p:custDataLst>
      <p:tags r:id="rId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4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徽标&#10;&#10;AI 生成的内容可能不正确。"/>
          <p:cNvPicPr>
            <a:picLocks noChangeAspect="1"/>
          </p:cNvPicPr>
          <p:nvPr/>
        </p:nvPicPr>
        <p:blipFill>
          <a:blip r:embed="rId1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807628" y="2367459"/>
            <a:ext cx="6576647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2023</a:t>
            </a:r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年下半年</a:t>
            </a: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事业单位联考</a:t>
            </a:r>
            <a:r>
              <a:rPr kumimoji="1" lang="en-US" altLang="zh-CN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D</a:t>
            </a:r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类</a:t>
            </a: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真题解析</a:t>
            </a: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75016" y="4612428"/>
            <a:ext cx="25028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主讲老师：陆羽老师</a:t>
            </a:r>
            <a:endParaRPr kumimoji="1" lang="zh-CN" altLang="en-US" sz="2000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&#10;&#10;AI 生成的内容可能不正确。"/>
          <p:cNvPicPr>
            <a:picLocks noChangeAspect="1"/>
          </p:cNvPicPr>
          <p:nvPr/>
        </p:nvPicPr>
        <p:blipFill>
          <a:blip r:embed="rId1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844561" y="2711751"/>
            <a:ext cx="2795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感谢收看！</a:t>
            </a: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.xml><?xml version="1.0" encoding="utf-8"?>
<p:tagLst xmlns:p="http://schemas.openxmlformats.org/presentationml/2006/main">
  <p:tag name="KSO_WM_SLIDE_ID" val="custom20231288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1288"/>
  <p:tag name="KSO_WM_SLIDE_TYPE" val="endPage"/>
  <p:tag name="KSO_WM_SLIDE_SUBTYPE" val="pureTxt"/>
  <p:tag name="KSO_WM_SLIDE_LAYOUT" val="a_f"/>
  <p:tag name="KSO_WM_SLIDE_LAYOUT_CNT" val="1_1"/>
  <p:tag name="resource_record_key" val="{&quot;13&quot;:[4705195,19965465,19971662],&quot;65&quot;:[20231288]}"/>
</p:tagLst>
</file>

<file path=ppt/tags/tag5.xml><?xml version="1.0" encoding="utf-8"?>
<p:tagLst xmlns:p="http://schemas.openxmlformats.org/presentationml/2006/main">
  <p:tag name="resource_record_key" val="{&quot;13&quot;:[20481828,4364903,4364924],&quot;65&quot;:[20205081]}"/>
</p:tagLst>
</file>

<file path=ppt/theme/theme1.xml><?xml version="1.0" encoding="utf-8"?>
<a:theme xmlns:a="http://schemas.openxmlformats.org/drawingml/2006/main" name="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楷体"/>
        <a:ea typeface="楷体"/>
        <a:cs typeface=""/>
      </a:majorFont>
      <a:minorFont>
        <a:latin typeface="楷体"/>
        <a:ea typeface="楷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ajorFont>
      <a:min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ajorFont>
      <a:min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WPS 演示</Application>
  <PresentationFormat>宽屏</PresentationFormat>
  <Paragraphs>9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楷体</vt:lpstr>
      <vt:lpstr>Wingdings</vt:lpstr>
      <vt:lpstr>微软雅黑</vt:lpstr>
      <vt:lpstr>Arial Unicode MS</vt:lpstr>
      <vt:lpstr>自定义设计方案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桑桑</cp:lastModifiedBy>
  <cp:revision>226</cp:revision>
  <dcterms:created xsi:type="dcterms:W3CDTF">2019-06-19T02:08:00Z</dcterms:created>
  <dcterms:modified xsi:type="dcterms:W3CDTF">2026-01-13T02:52:19Z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7E0F0589F6D94CFE8A4BC2AEA01394FF_11</vt:lpwstr>
  </property>
</Properties>
</file>