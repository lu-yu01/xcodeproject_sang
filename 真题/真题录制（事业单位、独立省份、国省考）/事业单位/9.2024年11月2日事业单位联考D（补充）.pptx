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2"/>
  </p:handoutMasterIdLst>
  <p:sldIdLst>
    <p:sldId id="629" r:id="rId4"/>
    <p:sldId id="424" r:id="rId6"/>
    <p:sldId id="1362" r:id="rId7"/>
    <p:sldId id="1363" r:id="rId8"/>
    <p:sldId id="1364" r:id="rId9"/>
    <p:sldId id="1375" r:id="rId10"/>
    <p:sldId id="992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【解析】元素组成不同，且无明显属性规律，优先考虑数量规律。观察发现，题干图形均有一条曲线且与直线相交明显，考虑曲直交点，每个图中曲直交点数均为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①④⑥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中曲直交点均为曲线中点与直线相交，图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②③⑤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中曲直交点均为曲线端点与直线相交。即图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①④⑥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一组，图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②③⑤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一组。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74.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【解析】真诚骄傲：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个体将成功归因于内部的、不稳定的、可控的原因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自大骄傲：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个体将成功归因于内部的、稳定的、不可控的原因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项：我成功是因为我没轻敌，没轻敌是可控的原因，且根据不同的敌人特点会采取不同的态度，是不稳定的，符合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个体将成功归因于内部的、不稳定的、可控的原因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真诚骄傲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定义，说法正确，排除；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项：我成功是因为我智商很高，智商高是稳定的、不可控的原因，符合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个体将成功归因于内部的、稳定的、不可控的原因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自大骄傲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定义，说法正确，排除；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项：我成功是因为我性格乐观，性格乐观是稳定的原因，符合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个体将成功归因于内部的、稳定的、不可控的原因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，符合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自大骄傲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定义，不符合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真诚骄傲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定义，说法错误，当选；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项：我成功是时代造就的，时代不是个体内部的原因，不符合任何一个定义，说法正确，排除。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本题为选非题，因此本题选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人到东山学校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小慧或佳媛到东山小李到清溪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小王或小慧或佳媛到河阳只有怡然到清溪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每人只到一所学校支教，每所学校有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1-2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由条件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和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可知，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个学校的支教人数分别为东山学校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人，清溪学校和河阳学校各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人，故只有怡然到清溪学校支教一定为假，则是对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否后，可以推出：小王且小慧且佳媛没到河阳学校支教，因河阳学校有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人，此时只能是怡然和小李到河阳学校支教。小李到河阳是对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否后，可以推出：小慧且佳媛没到东山学校支教，因此小慧和佳媛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人只能到清溪学校支教，最后小王到东山学校支教。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【解析】讨论话题：互联网是否有助于小店发展。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甲观点：互联网不利于小店发展。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①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指出互联网挤垮了很多小店，说明互联网不利于小店发展，没有转移论题，排除；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②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中甲不认可乙的观点，乙观点为小店会因互联网带来更多机会，那么甲的观点是互联网不利于小店发展。甲讨论的仍然是互联网是否有助于小店发展的话题展开，没有转移论题，排除；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③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指出乙的小店因互联网受益，不代表其他小店也因互联网受益。甲讨论的仍然是互联网是否有助于小店发展的话题展开，没有转移论题，排除；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项：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④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指出每个小店店主可以自由选择采用什么样的运管模式，与话题讨论的互联网是否有助于小店发展话题不一致，存在转移论题，当选。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90.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【解析】分析乙的论证结构。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互联网带来了很多商机，如果没有互联网、那些大型的网购平台又何以能够如此成功？我们的小店也会因互联网带来更多机会，更具烟火气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可知，乙把小店和大型的网购平台进行了类比，但小店的运营模式等与大型的网购平台还有很多不同点，所以乙犯了不当类比的错误。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我身边很多小店店主都采用了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‘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互联网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小店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’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的运营模式，说明这种运管模式确实是有效的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可知，乙通过个别店运营模式有效就得到这种运管模式是有效的，所以乙犯了以偏概全的错误。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（补充）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65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把下面的六个图形分为两类，使每一类图形都有各自的共同特征或规律，分类正确的一项是（）。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①②⑥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③④⑤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①③④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②⑤⑥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①③⑤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②④⑥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①④⑥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，</a:t>
            </a:r>
            <a:r>
              <a:rPr lang="en-US" altLang="en-US" sz="2000" dirty="0">
                <a:cs typeface="微软雅黑" panose="020B0503020204020204" charset="-122"/>
                <a:sym typeface="+mn-ea"/>
              </a:rPr>
              <a:t>②③⑤</a:t>
            </a:r>
            <a:endParaRPr lang="en-US" altLang="en-US" sz="2000" dirty="0">
              <a:cs typeface="微软雅黑" panose="020B0503020204020204" charset="-122"/>
              <a:sym typeface="+mn-ea"/>
            </a:endParaRPr>
          </a:p>
        </p:txBody>
      </p:sp>
      <p:pic>
        <p:nvPicPr>
          <p:cNvPr id="74" name="图片 73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" y="1880870"/>
            <a:ext cx="10177145" cy="2530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" name="图片 77" descr="17532421671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460" y="4411345"/>
            <a:ext cx="7346950" cy="1816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74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802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真诚骄傲是指个别将成功归因于内部的、不稳定的、可控的原因；自大骄傲是指个体将成功归因于内部的、稳定的、不可控的原因。说法最错误的是（）。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我成功是因为我没轻敌，是真诚骄傲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我成功是因为我智商很高，是自大骄傲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我成功是因为我性格乐观，是真诚骄傲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我成功是时代造就的，既不是真诚骄傲，也不是自大骄傲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88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小王、小李、小慧、佳媛，怡然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5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名大学生到东山，河阳，清溪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所学校支教，每人只到一所学校支教，每所学校都有他们中的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1—2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人前往。另外得知：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）只有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人到东山学校支教；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）若小慧、佳媛至少有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人到东山支教，则小李到清溪学校支教；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）若小王，小慧、佳媛中至少有</a:t>
            </a:r>
            <a:r>
              <a:rPr lang="en-US" altLang="zh-CN" sz="2000" dirty="0"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人到河阳学校支教，则到清溪学校支教的只有怡然。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微软雅黑" panose="020B0503020204020204" charset="-122"/>
                <a:sym typeface="+mn-ea"/>
              </a:rPr>
              <a:t>根据上述信息，可以得出以下哪项？（）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小王到河阳学校支教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B.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小李到东山学校支教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小慧、佳媛到清溪学校支教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  <a:sym typeface="+mn-ea"/>
              </a:rPr>
              <a:t>D.</a:t>
            </a:r>
            <a:r>
              <a:rPr lang="zh-CN" altLang="en-US" sz="2000" dirty="0">
                <a:cs typeface="微软雅黑" panose="020B0503020204020204" charset="-122"/>
                <a:sym typeface="+mn-ea"/>
              </a:rPr>
              <a:t>佳媛、怡然到河阳学校支教</a:t>
            </a:r>
            <a:endParaRPr lang="zh-CN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89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40715"/>
            <a:ext cx="879919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</a:rPr>
              <a:t> 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89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一项对全国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60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多个城市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226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名小店店主进行的问卷调查显示，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81.4%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的受访者会通过互联网拓宽经营渠道，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65.9%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的受访者认为互联网让小店发展机会变多。针对互联网是否有助于小店发展，甲、乙二人展开了讨论。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甲：我认为没有，互联网挤垮了很多小店，没有了各式小店带来的烟火气，还不如没有互联网。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①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乙：互联网带来了很多商机，如果没有互联网、那些大型的网购平台又何以能够如此成功？我们的小店也会因互联网带来更多机会，更具烟火气。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甲：这只能代表你个人的观点，我依然不认可。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②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乙：我开了一家花店，在日常经营的同时也线上运管，一边展示店内新品，一边展示小店的日常生活，很多顾客都是在线上看了我的视频后到我店里买花的。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甲：你的小店因互联网受益，就代表其他小店也因互联网受益吗？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③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乙：我身边很多小店店主都采用了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互联网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小店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的运营模式，说明这种运管模式确实是有效的。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甲：每个小店店主采用什么样的运管模式，是他们自己的选择，小店店主有自由选择的权利。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④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89.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在下列哪项中，甲犯了转移论题的错误？（）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①			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B.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②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③			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D.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④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90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640715"/>
            <a:ext cx="8799195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</a:rPr>
              <a:t> 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根据以下材料，回答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89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～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90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题。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一项对全国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60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多个城市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226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名小店店主进行的问卷调查显示，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81.4%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的受访者会通过互联网拓宽经营渠道，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65.9%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的受访者认为互联网让小店发展机会变多。针对互联网是否有助于小店发展，甲、乙二人展开了讨论。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甲：我认为没有，互联网挤垮了很多小店，没有了各式小店带来的烟火气，还不如没有互联网。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①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乙：互联网带来了很多商机，如果没有互联网、那些大型的网购平台又何以能够如此成功？我们的小店也会因互联网带来更多机会，更具烟火气。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甲：这只能代表你个人的观点，我依然不认可。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②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乙：我开了一家花店，在日常经营的同时也线上运管，一边展示店内新品，一边展示小店的日常生活，很多顾客都是在线上看了我的视频后到我店里买花的。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甲：你的小店因互联网受益，就代表其他小店也因互联网受益吗？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③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乙：我身边很多小店店主都采用了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互联网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小店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的运营模式，说明这种运管模式确实是有效的。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dirty="0">
                <a:cs typeface="微软雅黑" panose="020B0503020204020204" charset="-122"/>
                <a:sym typeface="+mn-ea"/>
              </a:rPr>
              <a:t>甲：每个小店店主采用什么样的运管模式，是他们自己的选择，小店店主有自由选择的权利。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——</a:t>
            </a:r>
            <a:r>
              <a:rPr lang="en-US" altLang="en-US" sz="1600" dirty="0">
                <a:cs typeface="微软雅黑" panose="020B0503020204020204" charset="-122"/>
                <a:sym typeface="+mn-ea"/>
              </a:rPr>
              <a:t>④</a:t>
            </a:r>
            <a:endParaRPr lang="en-US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90.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以下哪项最为恰当地评价了乙在上述论证中所犯的逻辑错误？（）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A.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不当类比和以偏概全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		B.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非此即彼和盲目从众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1600" dirty="0">
                <a:cs typeface="微软雅黑" panose="020B0503020204020204" charset="-122"/>
                <a:sym typeface="+mn-ea"/>
              </a:rPr>
              <a:t>C.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以偏概全和非此即彼</a:t>
            </a:r>
            <a:r>
              <a:rPr lang="en-US" altLang="zh-CN" sz="1600" dirty="0">
                <a:cs typeface="微软雅黑" panose="020B0503020204020204" charset="-122"/>
                <a:sym typeface="+mn-ea"/>
              </a:rPr>
              <a:t>		D.</a:t>
            </a:r>
            <a:r>
              <a:rPr lang="zh-CN" altLang="en-US" sz="1600" dirty="0">
                <a:cs typeface="微软雅黑" panose="020B0503020204020204" charset="-122"/>
                <a:sym typeface="+mn-ea"/>
              </a:rPr>
              <a:t>盲目从众和强加因果</a:t>
            </a:r>
            <a:endParaRPr lang="zh-CN" altLang="en-US" sz="16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WPS 演示</Application>
  <PresentationFormat>宽屏</PresentationFormat>
  <Paragraphs>70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Office 主题​​</vt:lpstr>
      <vt:lpstr>WPS</vt:lpstr>
      <vt:lpstr>PowerPoint 演示文稿</vt:lpstr>
      <vt:lpstr>题65</vt:lpstr>
      <vt:lpstr>题74</vt:lpstr>
      <vt:lpstr>题88</vt:lpstr>
      <vt:lpstr>题89</vt:lpstr>
      <vt:lpstr>题90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197</cp:revision>
  <dcterms:created xsi:type="dcterms:W3CDTF">2019-06-19T02:08:00Z</dcterms:created>
  <dcterms:modified xsi:type="dcterms:W3CDTF">2025-08-11T01:56:16Z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7E0F0589F6D94CFE8A4BC2AEA01394FF_11</vt:lpwstr>
  </property>
</Properties>
</file>