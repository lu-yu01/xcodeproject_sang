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handoutMasterIdLst>
    <p:handoutMasterId r:id="rId20"/>
  </p:handoutMasterIdLst>
  <p:sldIdLst>
    <p:sldId id="629" r:id="rId4"/>
    <p:sldId id="424" r:id="rId6"/>
    <p:sldId id="1362" r:id="rId7"/>
    <p:sldId id="1363" r:id="rId8"/>
    <p:sldId id="1364" r:id="rId9"/>
    <p:sldId id="1365" r:id="rId10"/>
    <p:sldId id="1366" r:id="rId11"/>
    <p:sldId id="1367" r:id="rId12"/>
    <p:sldId id="1368" r:id="rId13"/>
    <p:sldId id="1369" r:id="rId14"/>
    <p:sldId id="1377" r:id="rId15"/>
    <p:sldId id="1378" r:id="rId16"/>
    <p:sldId id="1379" r:id="rId17"/>
    <p:sldId id="1380" r:id="rId18"/>
    <p:sldId id="992" r:id="rId19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381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ei" initials="2" lastIdx="9" clrIdx="0"/>
  <p:cmAuthor id="1" name="作者" initials="作" lastIdx="3" clrIdx="2"/>
  <p:cmAuthor id="2" name="许远超" initials="许" lastIdx="8" clrIdx="3"/>
  <p:cmAuthor id="3" name="Administrator" initials="A" lastIdx="1" clrIdx="2"/>
  <p:cmAuthor id="4" name="kingsoft" initials="k" lastIdx="1" clrIdx="0"/>
  <p:cmAuthor id="5" name="刘 译璟" initials="刘" lastIdx="32" clrIdx="0"/>
  <p:cmAuthor id="6" name="番茄花园" initials="番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368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14"/>
        <p:guide pos="381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32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【解析】本题考查三视图。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主视图是立体图从前向后观察，根据原图有线就有线，原图没线就没线的原则，主视图最上方应无横线，排除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左视图是立体图从左向右观察，如下图所示，左视图所观察到上下两个等大的矩形，排除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【解析】本题为空间重构题，将展开图标号，如下图所示。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项：选项与展开图一致，当选；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项：题干面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下面三角形与面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有公共边，选项与展开图不一致，排除；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项：题干面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下面三角形与面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有公共边，选项与展开图不一致，排除；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项：题干面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下面三角形与面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有公共边，选项与展开图不一致，排除。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项：选项与展开图一致，排除；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项：选项与展开图一致，排除；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项：选项与展开图一致，排除；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项：题干面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与面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的公共边挨着面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中大矩形的长边，选项面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与面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公共边与大矩形长边垂直，选项与题干不一致，当选。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本题为选非题，因此本题选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食盐是一种晶体，二者为种属关系。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第二步：判断选项词语间逻辑关系。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项：玉米颗粒是玉米的组成部分，二者为组成关系，与题干逻辑关系不一致，排除；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项：鞍山别称钢都，二者为全同关系，与题干逻辑关系不一致，排除；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项：经理是职场上特定领导职位的一种，二者为种属关系，但顺序与题干相反，与题干逻辑关系不一致，排除；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项：积木是一种玩具，二者为种属关系，与题干逻辑关系一致，当选。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【解析】极光是发生在大气中的电气光学现象，二者为地点对应关系；磁场是极光产生的必要条件，二者为必要条件对应关系。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项：言语表达会用到词汇，二者不是地点对应关系，与题干逻辑关系不一致，排除；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项：沙尘是发生在沙漠的一种天气现象，二者为地点对应关系；气旋是沙尘产生的必要条件，二者为必要条件对应关系，与题干逻辑关系一致，当选；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项：雨露和光照都是植物生存的必要条件，与题干逻辑关系不一致，排除；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项：声音与频率密切相关，频率决定了声音的高低，二者为影响的对应关系，与题干逻辑关系不一致，排除。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极光（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Aurora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）是一种等离子体现象，主要发生在具有磁场的行星上的高纬度区域。其发生是由于来自地球磁层或太阳的高能带电粒子流（太阳风）进入地球磁场，在地球南北两极附近地区的高空，使高层大气分子或原子激发（或电离），从而在夜间产生灿烂美丽的光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沙尘是指强风从地面卷起大量尘沙，使空气混浊，水平能见度明显下降的一种天气现象，主要分为浮尘、扬沙、沙尘暴和强沙尘暴。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【解析】论点：尽管这些原始生物和人一点都不像，但这些基因至今仍存在于人体之中，这表明这些原始生物是现代人类的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远古祖先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论据：这些地球上最早、最原始的树叶状生物，可能拥有决定身体对称性的基因。对称状结构表明，现代动物最重要的基因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——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高等级调控基因存在于这些古老生物体内，这与在现今所有身体对称的生物身体上发现的基因结构相同。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项：该项说明地球上现存生物都起源于原始海洋生物，如果现存生物有的并不起源于海洋原始生物，那么人类也就不一定起源于原始海洋生物，则论点就不一定成立，故该项为必要条件，可以加强，排除；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项：该项说明地球上大多数原始海洋生物的进化链条从未断过，但该范围不明确是否包含题干中的树叶状的无头海洋生物，为不明确选项，无法加强，当选；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项：该项说明人类的高等级调控基因都是由其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远古祖先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继承而来，决定身体对称性的这一高级调控基因在此类生物体内，同时此类生物是人类的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远古祖先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，因此人类的高级调控基因来自这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远古祖先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，为搭桥项，可以加强，排除；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项：该项说明远古时代只有树叶状无头海洋生物具有对称性结构基因，因为只有树叶状无头海洋生物具有对称性结构基因，说明人类体内的基因只能遗传自此类生物，为搭桥项，可以加强，排除。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本题为选非题，因此本题选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【解析】论点：应改变用人工酵母酿造葡萄酒的方式，大力推广天然酵母菌的酿酒工艺，这样才会更有益于人体健康。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论据：与人工酵母酿造的葡萄酒相比，采用天然酵母菌所酿造的酒富含更多的有益微生物，而有益微生物越多越有利于人体健康。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项：该项说明很多人不能接受天然酵母菌所酿造的酒的味道，与天然酵母菌酿造的酒是否更有益于人体健康话题不一致，为无关项，不能削弱，当选；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项：该项说明用天然酵母菌酿酒难以控制酒品中其他细菌的含量，可能引入对人体有害的细菌，说明用天然酵母菌酿酒不一定有利于人体健康，可以削弱，排除；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项：该项说明即使酒中含有更多有益微生物，也不能都被人体吸收，即含有更多的有益微生物不代表更有益于人体健康，为拆桥项，可以削弱，排除；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项：该项说明不同葡萄种类产生不同的酵母菌，用这些酵母菌酿酒不一定会增加益生菌，削弱论据，可以削弱，排除。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本题为选非题，因此本题选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①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张、王、李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人均展示了其中至少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项才艺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②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每项才艺均有他们中的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人展示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③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张、王两人仅有一项才艺展示相同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④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李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 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乐器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→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张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 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舞蹈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 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且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-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张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 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唱歌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⑤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张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 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舞蹈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 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或王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 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舞蹈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→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-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李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 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书法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由于每个才艺均有两人选择，所以张和王无法同时不选舞蹈，所以两人至少有一人选择舞蹈，所以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⑤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的前件必然成立，故李一定不选书法，结合条件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②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，得出即张、王仅有一项相同的才艺就是书法，排除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假设李不选择乐器：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此时由于条件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②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每项才艺均有他们中的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人展示，因此可以得到张选择乐器且王选择乐器，又已知张、王仅有一项相同的才艺就是书法，此时与题干中条件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③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张、王两人仅有一项才艺展示相同矛盾，故此种假设不成立，得出李选择乐器。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李选择乐器是对条件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④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的肯前，肯前必肯后可以得到张选择舞蹈且张不选择唱歌，且根据上述结论张、王选择书法、李不选书法；由于条件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②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每项才艺均有他们中的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人展示、条件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③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张、王两人仅有一项才艺展示相同，所以王选择唱歌，不选择舞蹈，李选择唱歌且选择舞蹈。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【解析】论点：物质的速度不可能超过光速。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论据：根据相对论，任何物质的质量会随着其速度的增加而增加，且当物质达到光速时质量会无限大，消耗的能量也会变得无限大。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项：选项说明运动物体的质量不可能无限大，且题干说明当物质达到光速时质量会无限大，所以可以推出物质的速度不可能达到光速，解释原因，可以加强，当选；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项：选项说明运动物体的能量不可能无限大，但不确定运动物体消耗的能量是否完全是物体自身能量，也有可能从外界获得能量，故不能说明运动物体消耗的能量是否可以无限大，为不明确项，不能加强，排除；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项：选项说明相对论的某些观点已经得到了验证，不能说明物质的速度是否可能超过光速，为不明确项，不能加强，排除；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项：选项说明力不可能无限大，与物质的质量和物质消耗的能量是否可以无限大话题不一致，为无关选项，排除。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①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理论正确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→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具有一致性（不矛盾）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②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矛盾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→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人们会怀疑该理论的正确性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③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相对论具有高度的自洽性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项：根据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③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可得：相对论具有高度自洽性，即相对论没有矛盾，是对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①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的肯后，肯后无必然结论，无法推出相对论是正确的，排除；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项：翻译为：理论正确不矛盾，理论正确是对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①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的肯前，肯前必肯后，推出不矛盾，可以推出，当选；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项：翻译为：理论具有高度的自洽性理论正确，即：不矛盾理论正确，是对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①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的肯后，肯后无必然结论，无法推出理论正确，排除；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项：翻译为：理论已经被许多观测所证实不矛盾，理论已经被许多观测所证实和不矛盾在题干中并无推出关系，无法推出，排除。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项：根据第二句话可知，物质有两种，一种是可见物，另一种是场，但并未提及可见物是否能产生场，无中生有，无法推出，排除；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项：根据最后一句话可知，在经典物理学中，不存在能以超光速运动的物质，选项和题干表述相反，无法推出，排除；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项：根据最后一句话可知，不存在能以超光速运动的物质，理论上只有能量可以超出光速的速度传播，即以超光速传播的能量不是运动的物质，可以推出，当选；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项：根据最后一句话可知，在经典物理学中，不存在能以超光速运动的物质，但并未提及其他情况或者理论当中是否存在不能超越光速的物质，无法推出，排除。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【解析】论点：不存在某种方式可以实现信息的超光速传输。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论据：信息传输需要消耗能量，而这一因素会影响信息的传播速度，况且信息在传输过程中还会经历电磁干扰。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项：选项说明电磁干扰不会影响信息传输的速度，但不确定是否有其他因素影响信息的传播速度，不能说明是否存在可以实现信息的超光速传输的方式，为不明确项，不能加强，排除；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项：选项说明经历电磁干扰，信息传输就会消耗能量，而消耗能量会影响信息的传播速度，但并未表明是否存在可以实现信息的超光速传输的方式，为不明确项，不能加强，排除；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项：选项说明只要消耗能量信息传输就不可能超光速，在论点和论据间建立了联系，为搭桥项，可以加强，保留；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项：选项说明信息传输需要物质载体，而物质不可能超光速运动，解释了不可以实现信息的超光速传输的原因，补充论据，可以加强，保留。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对比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项，搭桥选项的加强力度大于补充论据。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【解析】论点：相对论的正确性得到了证实。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论据：目前，相对论提出的预言中至少有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个与实际观测情况相符。其一，水星近日点进动；其二，光线在引力场中的弯曲；其三，光谱线的引力红移。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题干通过相对论提出的预言中有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个与实际观测情况相符，推断出相对论得到了证实，属于以某类中的部分对象（分子或子类）具有或不具有某一属性为前提，推出以该类对象全部具有或不具有该属性为结论的归纳推理，符合不完全归纳论证。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png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7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8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3" name="图片 12" descr="徽标&#10;&#10;AI 生成的内容可能不正确。"/>
          <p:cNvPicPr>
            <a:picLocks noChangeAspect="1"/>
          </p:cNvPicPr>
          <p:nvPr userDrawn="1"/>
        </p:nvPicPr>
        <p:blipFill>
          <a:blip r:embed="rId10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117600" y="8475133"/>
            <a:ext cx="3657600" cy="486833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385632" y="6176859"/>
            <a:ext cx="351972" cy="35898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DEE0B-E009-AE44-A6AE-F10FE1D5839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D480-A6AF-3D48-9E05-C49B5442FA82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0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29" Type="http://schemas.openxmlformats.org/officeDocument/2006/relationships/tags" Target="../tags/tag30.xml"/><Relationship Id="rId28" Type="http://schemas.openxmlformats.org/officeDocument/2006/relationships/tags" Target="../tags/tag29.xml"/><Relationship Id="rId27" Type="http://schemas.openxmlformats.org/officeDocument/2006/relationships/tags" Target="../tags/tag28.xml"/><Relationship Id="rId26" Type="http://schemas.openxmlformats.org/officeDocument/2006/relationships/tags" Target="../tags/tag27.xml"/><Relationship Id="rId25" Type="http://schemas.openxmlformats.org/officeDocument/2006/relationships/tags" Target="../tags/tag26.xml"/><Relationship Id="rId24" Type="http://schemas.openxmlformats.org/officeDocument/2006/relationships/tags" Target="../tags/tag25.xml"/><Relationship Id="rId23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2.xml"/><Relationship Id="rId2" Type="http://schemas.openxmlformats.org/officeDocument/2006/relationships/slideLayout" Target="../slideLayouts/slideLayout4.xml"/><Relationship Id="rId19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DC5037">
                <a:alpha val="42000"/>
              </a:srgbClr>
            </a:gs>
            <a:gs pos="67000">
              <a:srgbClr val="DC5037">
                <a:alpha val="10000"/>
              </a:srgb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占位符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pic>
        <p:nvPicPr>
          <p:cNvPr id="8" name="图片 7" descr="徽标&#10;&#10;AI 生成的内容可能不正确。"/>
          <p:cNvPicPr>
            <a:picLocks noChangeAspect="1"/>
          </p:cNvPicPr>
          <p:nvPr/>
        </p:nvPicPr>
        <p:blipFill>
          <a:blip r:embed="rId2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43188" y="2364919"/>
            <a:ext cx="6576647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事业单位联考</a:t>
            </a: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（补充）</a:t>
            </a:r>
            <a:b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44561" y="4253018"/>
            <a:ext cx="25028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2000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主讲老师：桑桑老师</a:t>
            </a:r>
            <a:endParaRPr kumimoji="1" lang="zh-CN" altLang="en-US" sz="2000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63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以下是给定的立体图形，下面哪一项中的图形是该立体图形正确的主视图和左视图？（</a:t>
            </a:r>
            <a:r>
              <a:rPr lang="en-US" altLang="en-US" sz="2000" dirty="0">
                <a:cs typeface="微软雅黑" panose="020B0503020204020204" charset="-122"/>
                <a:sym typeface="+mn-ea"/>
              </a:rPr>
              <a:t>    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）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</p:txBody>
      </p:sp>
      <p:pic>
        <p:nvPicPr>
          <p:cNvPr id="107" name="图片 1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798955"/>
            <a:ext cx="6169660" cy="40633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64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左边给定的是纸盒外表面的展开图，右边哪一项能由它折叠而成？（</a:t>
            </a:r>
            <a:r>
              <a:rPr lang="en-US" altLang="en-US" sz="2000" dirty="0">
                <a:cs typeface="微软雅黑" panose="020B0503020204020204" charset="-122"/>
                <a:sym typeface="+mn-ea"/>
              </a:rPr>
              <a:t>    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）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</p:txBody>
      </p:sp>
      <p:pic>
        <p:nvPicPr>
          <p:cNvPr id="105" name="图片 1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385" y="2233295"/>
            <a:ext cx="11556365" cy="1898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65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802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以下为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个正方体纸盒的外表面展开图，下列哪项不可能是将这两个纸盒粘接在一起形成的长方体？（</a:t>
            </a:r>
            <a:r>
              <a:rPr lang="en-US" altLang="en-US" sz="2000" dirty="0">
                <a:cs typeface="微软雅黑" panose="020B0503020204020204" charset="-122"/>
                <a:sym typeface="+mn-ea"/>
              </a:rPr>
              <a:t>    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）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</p:txBody>
      </p:sp>
      <p:pic>
        <p:nvPicPr>
          <p:cNvPr id="106" name="图片 1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700" y="1739900"/>
            <a:ext cx="6495415" cy="42779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72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晶体：食盐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颗粒：玉米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钢都：鞍山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经理：领导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玩具：积木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74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802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大气：磁场：极光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词汇：语言：言语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沙漠：气旋：沙尘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雨露：光照：植物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声源：频率：声音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81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1131570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5.5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亿年以前，地球原始海洋中生活着树叶状的无头海洋生物，它的体长约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10</a:t>
            </a:r>
            <a:endParaRPr lang="en-US" altLang="zh-CN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厘米左右，通常在海底栖息捕食。这些地球上最早、最原始的树叶状生物，可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能拥有决定身体对称性的基因。对称状结构表明，现代动物最重要的基因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——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高等级调控基因存在于这些古老生物体内，这与在现今所有身体对称的生物身体上发现的基因结构相同。尽管这些原始生物和人一点都不像，但这些基因至今仍存在于人体之中，这表明这些原始生物是现代人类的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远古祖先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。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下列选项中，不能作为上述论证假设条件的是（）。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地球上现存的生物都起源于原始海洋生物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地球上大多数原始海洋生物的进化链条从未中断过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人类的高等级调控基因都是由其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远古祖先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继承而来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远古时代只有树叶状无头海洋生物具有对称性结构基因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25955" y="3053715"/>
            <a:ext cx="100990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论点：原始生物是现代人类的</a:t>
            </a:r>
            <a:r>
              <a:rPr lang="en-US" altLang="zh-CN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“</a:t>
            </a:r>
            <a:r>
              <a:rPr lang="zh-CN" altLang="en-US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远古祖先</a:t>
            </a:r>
            <a:r>
              <a:rPr lang="en-US" altLang="zh-CN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”</a:t>
            </a:r>
            <a:endParaRPr lang="en-US" altLang="zh-CN" dirty="0">
              <a:solidFill>
                <a:srgbClr val="FF0000"/>
              </a:solidFill>
              <a:effectLst/>
              <a:cs typeface="楷体" panose="02010609060101010101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论据：地球原始海洋中的树叶状生物拥有决定身体对称性的基因（高等级调控基因），人体中也有</a:t>
            </a:r>
            <a:endParaRPr lang="zh-CN" altLang="en-US" dirty="0">
              <a:solidFill>
                <a:srgbClr val="FF0000"/>
              </a:solidFill>
              <a:effectLst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8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3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11186795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当前，葡萄酒酿造大多使用人工培养的酿酒酵母。有研究发现，与人工酵母酿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造的葡萄酒相比，采用天然酵母菌所酿造的酒富含更多的有益微生物，而有益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微生物越多越有利于人体健康。因此有人认为，应改变用人工酵母酿造葡萄酒的方式，大力推广天然酵母菌的酿酒工艺，这样才会更有益于人体健康。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以下各项如果为真，除哪项外均能削弱上述观点？（）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天然酵母菌所酿造的酒中硫的含量更高，味道更冲，很多人并不接受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用天然酵母酿酒会引入很多其他细菌，难以控制酒品中其他细菌的含量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人体对微生物的吸收存在差异，即使酒中含有更多有益微生物，也不能都被人体吸收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葡萄种类不同，其植株所产生的酵母菌也不同，用这些酵母菌酿酒不一定会增加益生菌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25955" y="3053715"/>
            <a:ext cx="10099040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论点：应大力推广天然酵母菌的酿酒工艺，这样才会更有益于人体健康。</a:t>
            </a:r>
            <a:endParaRPr lang="zh-CN" altLang="en-US" dirty="0">
              <a:solidFill>
                <a:srgbClr val="FF0000"/>
              </a:solidFill>
              <a:effectLst/>
              <a:cs typeface="楷体" panose="02010609060101010101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论据：天然酵母菌比</a:t>
            </a:r>
            <a:r>
              <a:rPr lang="zh-CN" altLang="en-US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人工酵母</a:t>
            </a:r>
            <a:r>
              <a:rPr lang="zh-CN" altLang="en-US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所酿造的酒富含更多有益微生物，有益微生物越多越有利于人体健康。</a:t>
            </a:r>
            <a:endParaRPr lang="zh-CN" altLang="en-US" dirty="0">
              <a:solidFill>
                <a:srgbClr val="FF0000"/>
              </a:solidFill>
              <a:effectLst/>
              <a:cs typeface="楷体" panose="02010609060101010101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dirty="0">
              <a:solidFill>
                <a:srgbClr val="FF0000"/>
              </a:solidFill>
              <a:effectLst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85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在单位举办的书法、唱歌、舞蹈和乐器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项才艺展示活动中，张、王、李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人均展示了其中至少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项才艺，并且每项才艺均有他们中的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人展示。已知：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）张、王两人仅有一项才艺展示相同；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）若李展示了乐器，则张展示了舞蹈，未展示唱歌；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）若张、王至少有一人展示了舞蹈，则李未展示书法。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根据上述信息，可以得出以下哪项？（）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王未展示舞蹈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王展示了乐器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张未展示书法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张展示了乐器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5802630" y="4161790"/>
          <a:ext cx="592137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4275"/>
                <a:gridCol w="1184275"/>
                <a:gridCol w="1184275"/>
                <a:gridCol w="1184275"/>
                <a:gridCol w="118427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书法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唱歌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舞蹈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乐器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张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李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86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638175"/>
            <a:ext cx="11433175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根据以下材料，回答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86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～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90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题。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光速是光在真空中传播的速度，约为每秒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30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万千米。关于光速及其相关理论，有如下论述：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）根据相对论，任何物质的质量会随着其速度的增加而增加，且当物质达到光速时质量会无限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大，消耗的能量也会变得无限大，因此，物质的速度不可能超过光速。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一个理论是否正确，首先要判断这个理论是否具有一致性，一个理论无论是数学推导还是物理检验，都不能自相矛盾。如果一个理论和经验观察相矛盾，人们就会怀疑这个理论的正确性。不过，相对论具有高度的自洽性，已经被许多观测所证实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光速是指超越光速的速度，他被认为是一个超出我们经典物理学理论的现象。物质有两种，一种是可见性，另一种是场。在经典物理学中，不存在能以超光速运动的物质。理论上，只有能量可以以超出光速的速度传播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超光速理论的支持者认为，存在某种方式可以实现信息的超光速传输。但是这种说法遭到了其他科学家的质疑。这是因为信息传输需要消耗能量，而这一因素会影响信息的传播速度，况且信息在传输过程中还会经历电磁干扰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）目前，相对论提出的预言中至少有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个与实际观测情况相符。其一，水星近日点进动；其二，光线在引力场中的弯曲；其三，光谱线的引力红移。因此，相对论的正确性得到了证实。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86.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以下哪项如果为真，最能支持（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）的论证？（）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运动物体的质量不可能无限大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运动物体的能量不可能无限大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相对论的某些观点已经得到了验证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任何物体的加速运动都要受力的作用，而力不可能无限大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5080" y="4261485"/>
            <a:ext cx="1091692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00000"/>
              </a:lnSpc>
            </a:pPr>
            <a:r>
              <a:rPr lang="zh-CN" altLang="en-US" sz="1600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论点：物质的速度不可能超过光速。</a:t>
            </a:r>
            <a:endParaRPr lang="zh-CN" altLang="en-US" sz="1600" dirty="0">
              <a:solidFill>
                <a:srgbClr val="FF0000"/>
              </a:solidFill>
              <a:effectLst/>
              <a:cs typeface="楷体" panose="02010609060101010101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1600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论据：任何物质的质量会随着其速度的增加而增加，且当物质达到光速时质量会无限大，消耗的能量也会变得无限大。</a:t>
            </a:r>
            <a:endParaRPr lang="zh-CN" altLang="en-US" sz="1600" dirty="0">
              <a:solidFill>
                <a:srgbClr val="FF0000"/>
              </a:solidFill>
              <a:effectLst/>
              <a:cs typeface="楷体" panose="02010609060101010101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endParaRPr lang="zh-CN" altLang="en-US" sz="1600" dirty="0">
              <a:solidFill>
                <a:srgbClr val="FF0000"/>
              </a:solidFill>
              <a:effectLst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87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638175"/>
            <a:ext cx="11406505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根据以下材料，回答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86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～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90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题。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光速是光在真空中传播的速度，约为每秒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30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万千米。关于光速及其相关理论，有如下论述：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）根据相对论，任何物质的质量会随着其速度的增加而增加，且当物质达到光速时质量会无限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大，消耗的能量也会变得无限大，因此，物质的速度不可能超过光速。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一个理论是否正确，首先要判断这个理论是否具有一致性，一个理论无论是数学推导还是物理检验，都不能自相矛盾。如果一个理论和经验观察相矛盾，人们就会怀疑这个理论的正确性。不过，相对论具有高度的自洽性，已经被许多观测所证实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光速是指超越光速的速度，他被认为是一个超出我们经典物理学理论的现象。物质有两种，一种是可见性，另一种是场。在经典物理学中，不存在能以超光速运动的物质。理论上，只有能量可以以超出光速的速度传播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超光速理论的支持者认为，存在某种方式可以实现信息的超光速传输。但是这种说法遭到了其他科学家的质疑。这是因为信息传输需要消耗能量，而这一因素会影响信息的传播速度，况且信息在传输过程中还会经历电磁干扰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）目前，相对论提出的预言中至少有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个与实际观测情况相符。其一，水星近日点进动；其二，光线在引力场中的弯曲；其三，光谱线的引力红移。因此，相对论的正确性得到了证实。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87.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根据（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）的论述，最可能得出以下哪项？（）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相对论是正确的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一个理论如果是正确的，就不可能包含矛盾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只要一个理论具有高度的自洽性，那么这个理论就是正确的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如果一个理论已经被许多观测所证实，那么它理论上就不可能自相矛盾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14315" y="4053840"/>
            <a:ext cx="687768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00000"/>
              </a:lnSpc>
            </a:pPr>
            <a:r>
              <a:rPr lang="en-US" altLang="en-US" sz="1600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①</a:t>
            </a:r>
            <a:r>
              <a:rPr lang="zh-CN" altLang="en-US" sz="1600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理论正确</a:t>
            </a:r>
            <a:r>
              <a:rPr lang="en-US" altLang="en-US" sz="1600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→</a:t>
            </a:r>
            <a:r>
              <a:rPr lang="zh-CN" altLang="en-US" sz="1600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具有一致性（不矛盾）</a:t>
            </a:r>
            <a:endParaRPr lang="zh-CN" altLang="en-US" sz="1600" dirty="0">
              <a:solidFill>
                <a:srgbClr val="FF0000"/>
              </a:solidFill>
              <a:effectLst/>
              <a:cs typeface="楷体" panose="02010609060101010101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1600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②</a:t>
            </a:r>
            <a:r>
              <a:rPr lang="zh-CN" altLang="en-US" sz="1600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理论和经验矛盾</a:t>
            </a:r>
            <a:r>
              <a:rPr lang="en-US" altLang="en-US" sz="1600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→</a:t>
            </a:r>
            <a:r>
              <a:rPr lang="zh-CN" altLang="en-US" sz="1600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人们会怀疑该理论的正确性</a:t>
            </a:r>
            <a:endParaRPr lang="zh-CN" altLang="en-US" sz="1600" dirty="0">
              <a:solidFill>
                <a:srgbClr val="FF0000"/>
              </a:solidFill>
              <a:effectLst/>
              <a:cs typeface="楷体" panose="02010609060101010101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1600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③</a:t>
            </a:r>
            <a:r>
              <a:rPr lang="zh-CN" altLang="en-US" sz="1600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相对论具有高度的自洽性</a:t>
            </a:r>
            <a:endParaRPr lang="zh-CN" altLang="en-US" sz="1600" dirty="0">
              <a:solidFill>
                <a:srgbClr val="FF0000"/>
              </a:solidFill>
              <a:effectLst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88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638175"/>
            <a:ext cx="1153668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根据以下材料，回答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86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～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90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题。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光速是光在真空中传播的速度，约为每秒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30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万千米。关于光速及其相关理论，有如下论述：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）根据相对论，任何物质的质量会随着其速度的增加而增加，且当物质达到光速时质量会无限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大，消耗的能量也会变得无限大，因此，物质的速度不可能超过光速。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一个理论是否正确，首先要判断这个理论是否具有一致性，一个理论无论是数学推导还是物理检验，都不能自相矛盾。如果一个理论和经验观察相矛盾，人们就会怀疑这个理论的正确性。不过，相对论具有高度的自洽性，已经被许多观测所证实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光速是指超越光速的速度，他被认为是一个超出我们经典物理学理论的现象。物质有两种，一种是可见性，另一种是场。在经典物理学中，不存在能以超光速运动的物质。理论上，只有能量可以以超出光速的速度传播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超光速理论的支持者认为，存在某种方式可以实现信息的超光速传输。但是这种说法遭到了其他科学家的质疑。这是因为信息传输需要消耗能量，而这一因素会影响信息的传播速度，况且信息在传输过程中还会经历电磁干扰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）目前，相对论提出的预言中至少有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个与实际观测情况相符。其一，水星近日点进动；其二，光线在引力场中的弯曲；其三，光谱线的引力红移。因此，相对论的正确性得到了证实。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88.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根据（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）的论述，可以得出以下哪项？（）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可见物不可能产生场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存在能以超光速运动的物质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以超光速传播的能量不是运动的物质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只有在经典物理学理论中，才存在不能超越光速的物质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89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638175"/>
            <a:ext cx="114846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根据以下材料，回答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86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～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90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题。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光速是光在真空中传播的速度，约为每秒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30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万千米。关于光速及其相关理论，有如下论述：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）根据相对论，任何物质的质量会随着其速度的增加而增加，且当物质达到光速时质量会无限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大，消耗的能量也会变得无限大，因此，物质的速度不可能超过光速。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一个理论是否正确，首先要判断这个理论是否具有一致性，一个理论无论是数学推导还是物理检验，都不能自相矛盾。如果一个理论和经验观察相矛盾，人们就会怀疑这个理论的正确性。不过，相对论具有高度的自洽性，已经被许多观测所证实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光速是指超越光速的速度，他被认为是一个超出我们经典物理学理论的现象。物质有两种，一种是可见性，另一种是场。在经典物理学中，不存在能以超光速运动的物质。理论上，只有能量可以以超出光速的速度传播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超光速理论的支持者认为，存在某种方式可以实现信息的超光速传输。但是这种说法遭到了其他科学家的质疑。这是因为信息传输需要消耗能量，而这一因素会影响信息的传播速度，况且信息在传输过程中还会经历电磁干扰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）目前，相对论提出的预言中至少有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个与实际观测情况相符。其一，水星近日点进动；其二，光线在引力场中的弯曲；其三，光谱线的引力红移。因此，相对论的正确性得到了证实。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89.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以下哪项如果为真，最能支持（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）中科学家的质疑？（）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电磁干扰不会影响信息传输的速度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若经历电磁干扰，信息传输就会消耗能量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只要消耗能量，信息传输就不可能超光速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信息传输需要一定的物质载体，而物质不可能超光速运动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92275" y="4287520"/>
            <a:ext cx="1049972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00000"/>
              </a:lnSpc>
            </a:pPr>
            <a:r>
              <a:rPr lang="zh-CN" altLang="en-US" sz="1600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论点：不存在某种方式可以实现信息的超光速传输。</a:t>
            </a:r>
            <a:endParaRPr lang="zh-CN" altLang="en-US" sz="1600" dirty="0">
              <a:solidFill>
                <a:srgbClr val="FF0000"/>
              </a:solidFill>
              <a:effectLst/>
              <a:cs typeface="楷体" panose="02010609060101010101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1600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论据：信息传输需要消耗能量，而这一因素会影响信息的传播速度，况且信息在传输过程中还会经历电磁干扰。</a:t>
            </a:r>
            <a:endParaRPr lang="zh-CN" altLang="en-US" sz="1600" dirty="0">
              <a:solidFill>
                <a:srgbClr val="FF0000"/>
              </a:solidFill>
              <a:effectLst/>
              <a:cs typeface="楷体" panose="02010609060101010101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endParaRPr lang="zh-CN" altLang="en-US" sz="1600" dirty="0">
              <a:solidFill>
                <a:srgbClr val="FF0000"/>
              </a:solidFill>
              <a:effectLst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90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638175"/>
            <a:ext cx="1138047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根据以下材料，回答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86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～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90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题。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光速是光在真空中传播的速度，约为每秒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30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万千米。关于光速及其相关理论，有如下论述：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）根据相对论，任何物质的质量会随着其速度的增加而增加，且当物质达到光速时质量会无限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大，消耗的能量也会变得无限大，因此，物质的速度不可能超过光速。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一个理论是否正确，首先要判断这个理论是否具有一致性，一个理论无论是数学推导还是物理检验，都不能自相矛盾。如果一个理论和经验观察相矛盾，人们就会怀疑这个理论的正确性。不过，相对论具有高度的自洽性，已经被许多观测所证实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光速是指超越光速的速度，他被认为是一个超出我们经典物理学理论的现象。物质有两种，一种是可见性，另一种是场。在经典物理学中，不存在能以超光速运动的物质。理论上，只有能量可以以超出光速的速度传播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超光速理论的支持者认为，存在某种方式可以实现信息的超光速传输。但是这种说法遭到了其他科学家的质疑。这是因为信息传输需要消耗能量，而这一因素会影响信息的传播速度，况且信息在传输过程中还会经历电磁干扰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）目前，相对论提出的预言中至少有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个与实际观测情况相符。其一，水星近日点进动；其二，光线在引力场中的弯曲；其三，光谱线的引力红移。因此，相对论的正确性得到了证实。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90.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对于（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）的论证，以下哪项评价最为准确？（）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使用的是完全归纳论证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使用的是不完全归纳论证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使用的是理论到事实的演绎论证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使用的是事实到理论的演绎论证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pic>
        <p:nvPicPr>
          <p:cNvPr id="8" name="图片 7" descr="徽标&#10;&#10;AI 生成的内容可能不正确。"/>
          <p:cNvPicPr>
            <a:picLocks noChangeAspect="1"/>
          </p:cNvPicPr>
          <p:nvPr/>
        </p:nvPicPr>
        <p:blipFill>
          <a:blip r:embed="rId2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44561" y="2711751"/>
            <a:ext cx="2795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感谢收看！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1.xml><?xml version="1.0" encoding="utf-8"?>
<p:tagLst xmlns:p="http://schemas.openxmlformats.org/presentationml/2006/main">
  <p:tag name="TABLE_ENDDRAG_ORIGIN_RECT" val="466*104"/>
  <p:tag name="TABLE_ENDDRAG_RECT" val="486*250*466*104"/>
</p:tagLst>
</file>

<file path=ppt/tags/tag32.xml><?xml version="1.0" encoding="utf-8"?>
<p:tagLst xmlns:p="http://schemas.openxmlformats.org/presentationml/2006/main">
  <p:tag name="resource_record_key" val="{&quot;13&quot;:[20481828,4364903,4364924],&quot;65&quot;:[20205081]}"/>
  <p:tag name="COMMONDATA" val="eyJoZGlkIjoiYzg3MDM0ZWQ4YjU1N2M3YWUwMzk3ZjZkYThmOGJjZ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4565</Words>
  <Application>WPS 演示</Application>
  <PresentationFormat>宽屏</PresentationFormat>
  <Paragraphs>190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微软雅黑 Light</vt:lpstr>
      <vt:lpstr>Wingdings</vt:lpstr>
      <vt:lpstr>Arial Unicode MS</vt:lpstr>
      <vt:lpstr>楷体</vt:lpstr>
      <vt:lpstr>Office 主题​​</vt:lpstr>
      <vt:lpstr>WPS</vt:lpstr>
      <vt:lpstr>PowerPoint 演示文稿</vt:lpstr>
      <vt:lpstr>题63</vt:lpstr>
      <vt:lpstr>题64</vt:lpstr>
      <vt:lpstr>题65</vt:lpstr>
      <vt:lpstr>题72</vt:lpstr>
      <vt:lpstr>题74</vt:lpstr>
      <vt:lpstr>题81</vt:lpstr>
      <vt:lpstr>题83</vt:lpstr>
      <vt:lpstr>题85</vt:lpstr>
      <vt:lpstr>题86</vt:lpstr>
      <vt:lpstr>题87</vt:lpstr>
      <vt:lpstr>题88</vt:lpstr>
      <vt:lpstr>题89</vt:lpstr>
      <vt:lpstr>题90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桑桑</cp:lastModifiedBy>
  <cp:revision>196</cp:revision>
  <dcterms:created xsi:type="dcterms:W3CDTF">2019-06-19T02:08:00Z</dcterms:created>
  <dcterms:modified xsi:type="dcterms:W3CDTF">2025-08-12T07:12:53Z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7E0F0589F6D94CFE8A4BC2AEA01394FF_11</vt:lpwstr>
  </property>
</Properties>
</file>