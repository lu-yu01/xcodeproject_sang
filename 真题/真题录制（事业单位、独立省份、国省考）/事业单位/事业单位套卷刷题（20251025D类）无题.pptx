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629" r:id="rId3"/>
    <p:sldId id="1582" r:id="rId5"/>
    <p:sldId id="1581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5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1.D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元素组成不同，且无明显属性规律，考虑数量规律。观察发现，题干图形封闭区域明显，考虑数面，但题干图形均有三个面，无法分组分类。进一步观察发现，题干图形含有最大面或最小面，考虑最大面和最小面对称。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①②⑥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最大面均为轴对称图形，图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③④⑤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最小面均为轴对称图形，即图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①②⑥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为一组，图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③④⑤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为另一组，只有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5" name="图片 4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07628" y="2367459"/>
            <a:ext cx="6576647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年下半年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真题解析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016" y="461242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915" y="701675"/>
            <a:ext cx="112306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dirty="0">
                <a:cs typeface="楷体" panose="02010609060101010101" charset="-122"/>
              </a:rPr>
              <a:t>有</a:t>
            </a:r>
            <a:r>
              <a:rPr lang="en-US" altLang="zh-CN" sz="2000" dirty="0">
                <a:cs typeface="楷体" panose="02010609060101010101" charset="-122"/>
              </a:rPr>
              <a:t>4</a:t>
            </a:r>
            <a:r>
              <a:rPr lang="zh-CN" altLang="en-US" sz="2000" dirty="0">
                <a:cs typeface="楷体" panose="02010609060101010101" charset="-122"/>
              </a:rPr>
              <a:t>道差异题，但粉笔未收集全面，故不做讲解</a:t>
            </a:r>
            <a:endParaRPr lang="zh-CN" altLang="en-US" sz="2000" dirty="0">
              <a:cs typeface="楷体" panose="02010609060101010101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p="http://schemas.openxmlformats.org/presentationml/2006/main">
  <p:tag name="KSO_WM_SLIDE_ID" val="custom20231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88"/>
  <p:tag name="KSO_WM_SLIDE_TYPE" val="endPage"/>
  <p:tag name="KSO_WM_SLIDE_SUBTYPE" val="pureTxt"/>
  <p:tag name="KSO_WM_SLIDE_LAYOUT" val="a_f"/>
  <p:tag name="KSO_WM_SLIDE_LAYOUT_CNT" val="1_1"/>
  <p:tag name="resource_record_key" val="{&quot;13&quot;:[4705195,19965465,19971662],&quot;65&quot;:[20231288]}"/>
</p:tagLst>
</file>

<file path=ppt/tags/tag5.xml><?xml version="1.0" encoding="utf-8"?>
<p:tagLst xmlns:p="http://schemas.openxmlformats.org/presentationml/2006/main">
  <p:tag name="resource_record_key" val="{&quot;13&quot;:[20481828,4364903,4364924],&quot;65&quot;:[20205081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楷体"/>
        <a:ea typeface="楷体"/>
        <a:cs typeface=""/>
      </a:majorFont>
      <a:minorFont>
        <a:latin typeface="楷体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宽屏</PresentationFormat>
  <Paragraphs>13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自定义设计方案</vt:lpstr>
      <vt:lpstr>PowerPoint 演示文稿</vt:lpstr>
      <vt:lpstr>题1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221</cp:revision>
  <dcterms:created xsi:type="dcterms:W3CDTF">2019-06-19T02:08:00Z</dcterms:created>
  <dcterms:modified xsi:type="dcterms:W3CDTF">2026-01-12T13:01:51Z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