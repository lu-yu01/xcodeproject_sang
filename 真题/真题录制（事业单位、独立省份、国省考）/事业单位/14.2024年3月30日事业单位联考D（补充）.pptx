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1"/>
  </p:handoutMasterIdLst>
  <p:sldIdLst>
    <p:sldId id="629" r:id="rId4"/>
    <p:sldId id="424" r:id="rId6"/>
    <p:sldId id="1362" r:id="rId7"/>
    <p:sldId id="1363" r:id="rId8"/>
    <p:sldId id="1364" r:id="rId9"/>
    <p:sldId id="992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8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3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【解析】元素组成不同，且无明显属性规律、数量规律，考虑特殊规律。题干图形均有三个白块和一个黑块拼合而成，图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①⑤⑥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中黑块均与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个白块存在公共边，图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②③④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中黑块均与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个白块存在公共边。即图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①⑤⑥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为一组，图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②③④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为一组。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使用包括声、光、冷、热、电、力（运动和压力）等物理因子进行治疗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针对治疗个体局部或全身性的功能障碍或病变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项：将冰袋敷在患者扭伤部位用来减轻局部肿胀，患者扭伤，符合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针对治疗个体局部或全身性的功能障碍或病变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，冰敷是利用了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使用包括声、光、冷、热、电、力（运动和压力）等物理因子进行治疗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项：在室内长时间用眼后到户外活动以预防近视，预防说明主体本身还没有产生功能障碍或病变，不符合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针对治疗个体局部或全身性的功能障碍或病变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，不符合定义，当选；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项：使用牵引技术帮助下肢骨折患者进行临时制动，患者下肢骨折，符合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针对治疗个体局部或全身性的功能障碍或病变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，牵引技术利用了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压力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使用包括声、光、冷、热、电、力（运动和压力）等物理因子进行治疗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项：采用红外光照射疗法缓解患者颈部的肌肉疼痛，患者颈部肌肉疼痛，符合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针对治疗个体局部或全身性的功能障碍或病变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，红外光照射疗法利用了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使用包括声、光、冷、热、电、力（运动和压力）等物理因子进行治疗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【解析】论点：牙线对于预防和改善牙病作用不大。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论据：研究人员通过实验发现，在刷牙的基础上使用牙线，与只刷牙相比，仅能轻微地减轻牙龈炎；在减少牙菌斑方面，两者几乎没有明显差别。此外，在预防龋齿上，这些试验都表明用不用完全没有区别。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论点、论据都是讨论牙线对于牙病的作用，论点、论据讨论话题一致，优先考虑削弱论点。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项：该项说明日常生活中还有很多人不能掌握牙线的正确使用方法，但不明确实验中的对象是否掌握牙线的正确使用方法，为不明确项，无法削弱，排除；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项：该项说明在发达地区牙线已经成为人们必不可少的生活用品，与论点讨论的牙线对于牙病的作用话题不一致，为无关项，无法削弱，排除；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项：该项说明劣质牙线会对口腔造成危害，题干话题是讨论牙线对牙病的作用，二者话题不一致，为无关项，无法削弱，排除；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项：该项说明牙线能够深入牙缝刮蹭掉食物残渣从而减少细菌感染，即牙线可以对牙病起到预防和改善作用，削弱论点，当选。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【解析】题干信息不确定，考虑假设法。题干信息中洗发精、牙膏、蜂蜜、面粉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种物品均有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人选择，为最大信息，根据题干要求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每人选择的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种物品中均有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种得到了满足，有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种没有满足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假设不选洗发精，通过甲、丙、丁的回答可得，食用油、牙膏、蜂蜜、酸奶、面粉都得选，与题干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购买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种生活用品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矛盾，所以一定选洗发精；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假设不选牙膏，通过甲、乙、丁的回答可得，洗发精、食用油、蜂蜜、酸奶、面粉都得选，与题干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购买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种生活用品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矛盾，所以一定选牙膏；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假设不选蜂蜜，通过甲、乙、丙的回答可得，洗发精、食用油、牙膏、酸奶、面粉都得选，与题干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购买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种生活用品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矛盾，所以一定选蜂蜜；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假设不选面粉，通过乙、丙、丁的回答可得，牙膏、蜂蜜、酸奶、洗发精、食用油、都得选，与题干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购买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种生活用品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矛盾，所以一定选面粉。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综上，购买的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种生活用品为洗发精、牙膏、蜂蜜、面粉。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把下面的六个图形分为两类，是每一类图形都有各自的共同特征或规律分类正确的一项是（）。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①②③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④⑤⑥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①②⑥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③④⑤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①④⑥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②③⑤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①⑤⑥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②③④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37" name="图片 135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741170"/>
            <a:ext cx="9758045" cy="23006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" name="图片 136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35" y="4345940"/>
            <a:ext cx="6498590" cy="1558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物理治疗指的是康复治疗的个体使用包括声、光、冷、热、电、力（运动和压力）等物理因子进行治疗，针对治疗个体局部或全身性的功能障碍或病变，采用非侵入性、非药物性的治疗来恢复其身体原有的生理功能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根据上述定义，下列不属于物理治疗的是（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将冰袋敷在患者扭伤部位用来减轻局部肿胀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在室内长时间用眼后到户外活动以预防近视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使用牵引技术帮助下肢骨折患者进行临时制动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采用红外光照射疗法缓解患者颈部的肌肉疼痛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研究人员通过实验发现，在刷牙的基础上使用牙线，与只刷牙相比，仅能轻微地减轻牙龈炎；在减少牙菌斑方面，两者几乎没有明显差别。此外，在预防龋齿上，这些试验都表明用不用完全没有区别。由此他们认为，牙线对于预防和改善牙病作用不大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以下哪项如果为真，最能削弱上述结论？（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日常生活中还有很多人不能掌握牙线的正确使用方法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在发达地区，牙线已经成为人们必不可少的生活用品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劣质牙线使用工业双氧水漂白从而会对口腔造成危害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牙线能够深入牙缝刮蹭掉食物残渣从而减少细菌感染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6770" y="2550160"/>
            <a:ext cx="916495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论点：牙线对于预防和改善牙病作用不大。</a:t>
            </a:r>
            <a:endParaRPr lang="zh-CN" altLang="en-US" sz="20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论据：使用牙线仅能轻微地减轻牙龈炎，不能减少牙菌斑，不</a:t>
            </a: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能预防</a:t>
            </a: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龋齿</a:t>
            </a:r>
            <a:endParaRPr lang="zh-CN" altLang="en-US" sz="20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dirty="0">
                <a:cs typeface="微软雅黑" panose="020B0503020204020204" charset="-122"/>
              </a:rPr>
              <a:t> 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工会拟给职工发放一些生活用品，拟在洗发精、食用油、牙膏、蜂蜜、酸奶和面粉中选择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种，征求意见时，甲、乙、丙、丁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人回答如下：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甲：洗发精、食用油、牙膏、蜂蜜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乙：牙膏、蜂蜜、酸奶、面粉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丙：洗发精、蜂蜜、酸奶、面粉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丁：洗发精、食用油、牙膏、面粉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工会综合大家意见后购买了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种生活用品，结果每人选择的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种物品中均有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种得到了满足，有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种没有满足。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根据上述信息，工会购买的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种物品中一定有（）。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牙膏、蜂蜜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蜂蜜、酸奶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面粉、食用油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食用油、牙膏</a:t>
            </a: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WPS 演示</Application>
  <PresentationFormat>宽屏</PresentationFormat>
  <Paragraphs>57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楷体</vt:lpstr>
      <vt:lpstr>Office 主题​​</vt:lpstr>
      <vt:lpstr>WPS</vt:lpstr>
      <vt:lpstr>PowerPoint 演示文稿</vt:lpstr>
      <vt:lpstr>题63</vt:lpstr>
      <vt:lpstr>题71</vt:lpstr>
      <vt:lpstr>题84</vt:lpstr>
      <vt:lpstr>题86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2025-08-12T07:24:11Z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